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3e191090ba34192" /><Relationship Type="http://schemas.openxmlformats.org/officeDocument/2006/relationships/extended-properties" Target="/docProps/app.xml" Id="R9e5da4008ba6453d" /><Relationship Type="http://schemas.openxmlformats.org/officeDocument/2006/relationships/officeDocument" Target="/ppt/presentation.xml" Id="Rf3fe18f783d7466b" /></Relationships>
</file>

<file path=ppt/presentation.xml><?xml version="1.0" encoding="utf-8"?>
<p:presentation xmlns:p="http://schemas.openxmlformats.org/presentationml/2006/main">
  <p:sldMasterIdLst>
    <p:sldMasterId xmlns:r="http://schemas.openxmlformats.org/officeDocument/2006/relationships" id="2147483648" r:id="Ra0470ea117b543ea"/>
  </p:sldMasterIdLst>
  <p:notesMasterIdLst>
    <p:notesMasterId xmlns:r="http://schemas.openxmlformats.org/officeDocument/2006/relationships" r:id="R80385c336b264ac1"/>
  </p:notesMasterIdLst>
  <p:sldIdLst>
    <p:sldId xmlns:r="http://schemas.openxmlformats.org/officeDocument/2006/relationships" id="256" r:id="Rc7e67eca6bf842f0"/>
    <p:sldId xmlns:r="http://schemas.openxmlformats.org/officeDocument/2006/relationships" id="257" r:id="R7932c32b596b4ee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e8d4930bb714e73" /><Relationship Type="http://schemas.openxmlformats.org/officeDocument/2006/relationships/slideMaster" Target="/ppt/slideMasters/slideMaster1.xml" Id="Ra0470ea117b543ea" /><Relationship Type="http://schemas.openxmlformats.org/officeDocument/2006/relationships/notesMaster" Target="/ppt/notesMasters/notesMaster1.xml" Id="R80385c336b264ac1" /><Relationship Type="http://schemas.openxmlformats.org/officeDocument/2006/relationships/presProps" Target="/ppt/presProps.xml" Id="R9a5ed3da8987460a" /><Relationship Type="http://schemas.openxmlformats.org/officeDocument/2006/relationships/tableStyles" Target="/ppt/tableStyles.xml" Id="R1cb47da48b004606" /><Relationship Type="http://schemas.openxmlformats.org/officeDocument/2006/relationships/slide" Target="/ppt/slides/slide1.xml" Id="Rc7e67eca6bf842f0" /><Relationship Type="http://schemas.openxmlformats.org/officeDocument/2006/relationships/slide" Target="/ppt/slides/slide2.xml" Id="R7932c32b596b4ee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b61c794b65c454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2712c4971884710" /><Relationship Type="http://schemas.openxmlformats.org/officeDocument/2006/relationships/notesMaster" Target="/ppt/notesMasters/notesMaster1.xml" Id="R880c127013954f90" /></Relationships>
</file>

<file path=ppt/notesSlides/_rels/notesSlide2.xml.rels>&#65279;<?xml version="1.0" encoding="utf-8"?><Relationships xmlns="http://schemas.openxmlformats.org/package/2006/relationships"><Relationship Type="http://schemas.openxmlformats.org/officeDocument/2006/relationships/slide" Target="/ppt/slides/slide2.xml" Id="Ra54bfbc885da415a" /><Relationship Type="http://schemas.openxmlformats.org/officeDocument/2006/relationships/notesMaster" Target="/ppt/notesMasters/notesMaster1.xml" Id="R043d2a87b2494c2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 Integrated agent architecture</a:t>
            </a:r>
          </a:p>
          <a:p xmlns:a="http://schemas.openxmlformats.org/drawingml/2006/main">
            <a:r>
              <a:t/>
            </a:r>
          </a:p>
          <a:p xmlns:a="http://schemas.openxmlformats.org/drawingml/2006/main">
            <a:r>
              <a:t>M1's contribution is the integration boundary that lets the group's research components work together inside MADE's normal agent contract. MADE provides the current environment state and the feedback from previously queried structures. The planner proposes where to search. A3's self-correction hook can revise a plan when the run stalls, and A5's exploration hook can adjust which compositions the plan covers. A2's router chooses a configured generator. The existing workflow then generates candidates, applies the validity filter, scores the survivors, and returns one selected structure for the environment to evaluate.</a:t>
            </a:r>
          </a:p>
          <a:p xmlns:a="http://schemas.openxmlformats.org/drawingml/2006/main">
            <a:r>
              <a:t/>
            </a:r>
          </a:p>
          <a:p xmlns:a="http://schemas.openxmlformats.org/drawingml/2006/main">
            <a:r>
              <a:t>Each component has its own configuration switch, so the team can disable one part while keeping the rest of a comparison fixed. Stateful components can also save and restore their state through MADE's checkpoint mechanism. M4's memory summarizes observed outcomes for later decisions. The key boundary is that every proposal uses public state and observed feedback only. The runner, oracle, and evaluator stay unchanged, and hidden ground truth never guides the search.</a:t>
            </a:r>
          </a:p>
          <a:p xmlns:a="http://schemas.openxmlformats.org/drawingml/2006/main">
            <a:r>
              <a:t/>
            </a:r>
          </a:p>
          <a:p xmlns:a="http://schemas.openxmlformats.org/drawingml/2006/main">
            <a:r>
              <a:t>Sources: M1/PLUGIN_INTERFACE.md; M1/INTEGRATION.md; M1/METHOD_DRAFT.md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 Query budget, checkpointing, and evidence</a:t>
            </a:r>
          </a:p>
          <a:p xmlns:a="http://schemas.openxmlformats.org/drawingml/2006/main">
            <a:r>
              <a:t/>
            </a:r>
          </a:p>
          <a:p xmlns:a="http://schemas.openxmlformats.org/drawingml/2006/main">
            <a:r>
              <a:t>For protocol v1, the team set a budget of twenty oracle queries per episode. That is our agreed experimental setting, not a value I am attributing to the teaching team. The environment enforces the limit and ends the episode when the budget is used. M1 exposes the remaining-query count to the policy hooks and caps candidate generation accordingly. Generating candidates does not consume oracle calls; one call to env.step() evaluates exactly one selected structure.</a:t>
            </a:r>
          </a:p>
          <a:p xmlns:a="http://schemas.openxmlformats.org/drawingml/2006/main">
            <a:r>
              <a:t/>
            </a:r>
          </a:p>
          <a:p xmlns:a="http://schemas.openxmlformats.org/drawingml/2006/main">
            <a:r>
              <a:t>The frozen release is m1-freeze-20261025. Its protocol uses the ORB v3 conservative model on CPU, seeds 17, 29, and 43, and six public development systems. Checkpoints preserve the agent and the stateful components, while each run records its resolved configuration, system, seed, trajectory, metrics, cost fields, wall time, and machine. Those records let us reproduce and audit the comparison. We keep oracle-query count, model or API cost, and elapsed time separate because they measure different resources.</a:t>
            </a:r>
          </a:p>
          <a:p xmlns:a="http://schemas.openxmlformats.org/drawingml/2006/main">
            <a:r>
              <a:t/>
            </a:r>
          </a:p>
          <a:p xmlns:a="http://schemas.openxmlformats.org/drawingml/2006/main">
            <a:r>
              <a:t>Sources: M1/protocol/protocol_v1.yaml; M1/FREEZE_RECORD.md; M1/REPRODUCE.md; M1/cost_tracking.py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f0c233dbd1c46e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fe1cce8b1394e6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e01fd2e4c6b4ca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713fc6286b24df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6a6b5d86fb74f1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1181e415a874cb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DC40A49-D824-4035-B3EE-2C7C9285A96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8AA7435-9DB1-42A2-82FE-D8FB4CDA2F3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D4B85A7-56CF-44CB-B8B7-658D2DB19DD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4BBA038-0D3B-481A-B8D5-27AD45261FB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5DA0C7D-453A-4E5B-8AC5-F92ECF03ED7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F871773-8793-4E9B-A34B-C2AB4C69565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7C20DD7-8111-4D27-A527-E73029CD5CC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4CE4686-71AE-4503-8A1C-7C30494AC09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1343DE5-9624-4DDC-8140-8FDCBE46B19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2802FED-12A2-46FF-BD53-32F9253CE3B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01fbfeb7684cd3" /><Relationship Type="http://schemas.openxmlformats.org/officeDocument/2006/relationships/slideLayout" Target="/ppt/slideLayouts/slideLayout1.xml" Id="Rc2db0ae2f1a14716" /><Relationship Type="http://schemas.openxmlformats.org/officeDocument/2006/relationships/slideLayout" Target="/ppt/slideLayouts/slideLayout2.xml" Id="R66c8d301bfd84c3c" /><Relationship Type="http://schemas.openxmlformats.org/officeDocument/2006/relationships/slideLayout" Target="/ppt/slideLayouts/slideLayout3.xml" Id="R5f7b2c65b95849af" /><Relationship Type="http://schemas.openxmlformats.org/officeDocument/2006/relationships/slideLayout" Target="/ppt/slideLayouts/slideLayout4.xml" Id="Rbb5d831c2d3144a5" /><Relationship Type="http://schemas.openxmlformats.org/officeDocument/2006/relationships/slideLayout" Target="/ppt/slideLayouts/slideLayout5.xml" Id="Reb8c705845e4412f" /><Relationship Type="http://schemas.openxmlformats.org/officeDocument/2006/relationships/slideLayout" Target="/ppt/slideLayouts/slideLayout6.xml" Id="Rc1bb808f30864da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2db0ae2f1a14716"/>
    <p:sldLayoutId xmlns:r="http://schemas.openxmlformats.org/officeDocument/2006/relationships" id="2147483650" r:id="R66c8d301bfd84c3c"/>
    <p:sldLayoutId xmlns:r="http://schemas.openxmlformats.org/officeDocument/2006/relationships" id="2147483651" r:id="R5f7b2c65b95849af"/>
    <p:sldLayoutId xmlns:r="http://schemas.openxmlformats.org/officeDocument/2006/relationships" id="2147483652" r:id="Rbb5d831c2d3144a5"/>
    <p:sldLayoutId xmlns:r="http://schemas.openxmlformats.org/officeDocument/2006/relationships" id="2147483653" r:id="Reb8c705845e4412f"/>
    <p:sldLayoutId xmlns:r="http://schemas.openxmlformats.org/officeDocument/2006/relationships" id="2147483654" r:id="Rc1bb808f30864da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40e03b0b763460a" /><Relationship Type="http://schemas.openxmlformats.org/officeDocument/2006/relationships/notesSlide" Target="/ppt/notesSlides/notesSlide1.xml" Id="Rf25af8791ded485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4d5e8b32026438c" /><Relationship Type="http://schemas.openxmlformats.org/officeDocument/2006/relationships/notesSlide" Target="/ppt/notesSlides/notesSlide2.xml" Id="R1da91e04f8ef433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title">
            <a:extLst xmlns:a="http://schemas.openxmlformats.org/drawingml/2006/main">
              <a:ext uri="{FF2B5EF4-FFF2-40B4-BE49-F238E27FC236}">
                <a16:creationId xmlns:a16="http://schemas.microsoft.com/office/drawing/2014/main" id="{E74C2020-8FAC-4A59-A0AD-5D126BE29C7A}"/>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B46"/>
                </a:solidFill>
                <a:latin typeface="Bitstream Charter"/>
                <a:ea typeface="Bitstream Charter"/>
                <a:cs typeface="Bitstream Charter"/>
              </a:defRPr>
            </a:defPPr>
            <a:lvl1pPr>
              <a:defRPr sz="3300" b="1">
                <a:solidFill>
                  <a:srgbClr val="102B46"/>
                </a:solidFill>
                <a:latin typeface="Bitstream Charter"/>
                <a:ea typeface="Bitstream Charter"/>
                <a:cs typeface="Bitstream Charter"/>
              </a:defRPr>
            </a:lvl1pPr>
            <a:lvl2pPr>
              <a:defRPr sz="3300" b="1">
                <a:solidFill>
                  <a:srgbClr val="102B46"/>
                </a:solidFill>
                <a:latin typeface="Bitstream Charter"/>
                <a:ea typeface="Bitstream Charter"/>
                <a:cs typeface="Bitstream Charter"/>
              </a:defRPr>
            </a:lvl2pPr>
            <a:lvl3pPr>
              <a:defRPr sz="3300" b="1">
                <a:solidFill>
                  <a:srgbClr val="102B46"/>
                </a:solidFill>
                <a:latin typeface="Bitstream Charter"/>
                <a:ea typeface="Bitstream Charter"/>
                <a:cs typeface="Bitstream Charter"/>
              </a:defRPr>
            </a:lvl3pPr>
            <a:lvl4pPr>
              <a:defRPr sz="3300" b="1">
                <a:solidFill>
                  <a:srgbClr val="102B46"/>
                </a:solidFill>
                <a:latin typeface="Bitstream Charter"/>
                <a:ea typeface="Bitstream Charter"/>
                <a:cs typeface="Bitstream Charter"/>
              </a:defRPr>
            </a:lvl4pPr>
            <a:lvl5pPr>
              <a:defRPr sz="3300" b="1">
                <a:solidFill>
                  <a:srgbClr val="102B46"/>
                </a:solidFill>
                <a:latin typeface="Bitstream Charter"/>
                <a:ea typeface="Bitstream Charter"/>
                <a:cs typeface="Bitstream Charter"/>
              </a:defRPr>
            </a:lvl5pPr>
            <a:lvl6pPr>
              <a:defRPr sz="3300" b="1">
                <a:solidFill>
                  <a:srgbClr val="102B46"/>
                </a:solidFill>
                <a:latin typeface="Bitstream Charter"/>
                <a:ea typeface="Bitstream Charter"/>
                <a:cs typeface="Bitstream Charter"/>
              </a:defRPr>
            </a:lvl6pPr>
            <a:lvl7pPr>
              <a:defRPr sz="3300" b="1">
                <a:solidFill>
                  <a:srgbClr val="102B46"/>
                </a:solidFill>
                <a:latin typeface="Bitstream Charter"/>
                <a:ea typeface="Bitstream Charter"/>
                <a:cs typeface="Bitstream Charter"/>
              </a:defRPr>
            </a:lvl7pPr>
            <a:lvl8pPr>
              <a:defRPr sz="3300" b="1">
                <a:solidFill>
                  <a:srgbClr val="102B46"/>
                </a:solidFill>
                <a:latin typeface="Bitstream Charter"/>
                <a:ea typeface="Bitstream Charter"/>
                <a:cs typeface="Bitstream Charter"/>
              </a:defRPr>
            </a:lvl8pPr>
            <a:lvl9pPr>
              <a:defRPr sz="3300" b="1">
                <a:solidFill>
                  <a:srgbClr val="102B46"/>
                </a:solidFill>
                <a:latin typeface="Bitstream Charter"/>
                <a:ea typeface="Bitstream Charter"/>
                <a:cs typeface="Bitstream Charter"/>
              </a:defRPr>
            </a:lvl9pPr>
          </a:lstStyle>
          <a:p xmlns:a="http://schemas.openxmlformats.org/drawingml/2006/main">
            <a:pPr>
              <a:defRPr sz="3300" b="1">
                <a:solidFill>
                  <a:srgbClr val="102B46"/>
                </a:solidFill>
                <a:latin typeface="Bitstream Charter"/>
                <a:ea typeface="Bitstream Charter"/>
                <a:cs typeface="Bitstream Charter"/>
              </a:defRPr>
            </a:pPr>
            <a:r>
              <a:rPr sz="3300" b="1">
                <a:solidFill>
                  <a:srgbClr val="102B46"/>
                </a:solidFill>
                <a:latin typeface="Bitstream Charter"/>
                <a:ea typeface="Bitstream Charter"/>
                <a:cs typeface="Bitstream Charter"/>
              </a:rPr>
              <a:t>Integrated agent architecture</a:t>
            </a:r>
          </a:p>
        </p:txBody>
      </p:sp>
      <p:sp>
        <p:nvSpPr>
          <p:cNvPr id="2" name="key">
            <a:extLst xmlns:a="http://schemas.openxmlformats.org/drawingml/2006/main">
              <a:ext uri="{FF2B5EF4-FFF2-40B4-BE49-F238E27FC236}">
                <a16:creationId xmlns:a16="http://schemas.microsoft.com/office/drawing/2014/main" id="{C9B24A20-C4FD-4EFD-9039-04FE678EFA12}"/>
              </a:ext>
            </a:extLst>
          </p:cNvPr>
          <p:cNvSpPr>
            <a:spLocks xmlns:a="http://schemas.openxmlformats.org/drawingml/2006/main" noGrp="1"/>
          </p:cNvSpPr>
          <p:nvPr/>
        </p:nvSpPr>
        <p:spPr>
          <a:xfrm xmlns:a="http://schemas.openxmlformats.org/drawingml/2006/main">
            <a:off x="609600" y="1743075"/>
            <a:ext cx="10972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266BCC"/>
                </a:solidFill>
                <a:latin typeface="Bitstream Charter"/>
                <a:ea typeface="Bitstream Charter"/>
                <a:cs typeface="Bitstream Charter"/>
              </a:defRPr>
            </a:defPPr>
            <a:lvl1pPr>
              <a:defRPr sz="2250" b="1">
                <a:solidFill>
                  <a:srgbClr val="266BCC"/>
                </a:solidFill>
                <a:latin typeface="Bitstream Charter"/>
                <a:ea typeface="Bitstream Charter"/>
                <a:cs typeface="Bitstream Charter"/>
              </a:defRPr>
            </a:lvl1pPr>
            <a:lvl2pPr>
              <a:defRPr sz="2250" b="1">
                <a:solidFill>
                  <a:srgbClr val="266BCC"/>
                </a:solidFill>
                <a:latin typeface="Bitstream Charter"/>
                <a:ea typeface="Bitstream Charter"/>
                <a:cs typeface="Bitstream Charter"/>
              </a:defRPr>
            </a:lvl2pPr>
            <a:lvl3pPr>
              <a:defRPr sz="2250" b="1">
                <a:solidFill>
                  <a:srgbClr val="266BCC"/>
                </a:solidFill>
                <a:latin typeface="Bitstream Charter"/>
                <a:ea typeface="Bitstream Charter"/>
                <a:cs typeface="Bitstream Charter"/>
              </a:defRPr>
            </a:lvl3pPr>
            <a:lvl4pPr>
              <a:defRPr sz="2250" b="1">
                <a:solidFill>
                  <a:srgbClr val="266BCC"/>
                </a:solidFill>
                <a:latin typeface="Bitstream Charter"/>
                <a:ea typeface="Bitstream Charter"/>
                <a:cs typeface="Bitstream Charter"/>
              </a:defRPr>
            </a:lvl4pPr>
            <a:lvl5pPr>
              <a:defRPr sz="2250" b="1">
                <a:solidFill>
                  <a:srgbClr val="266BCC"/>
                </a:solidFill>
                <a:latin typeface="Bitstream Charter"/>
                <a:ea typeface="Bitstream Charter"/>
                <a:cs typeface="Bitstream Charter"/>
              </a:defRPr>
            </a:lvl5pPr>
            <a:lvl6pPr>
              <a:defRPr sz="2250" b="1">
                <a:solidFill>
                  <a:srgbClr val="266BCC"/>
                </a:solidFill>
                <a:latin typeface="Bitstream Charter"/>
                <a:ea typeface="Bitstream Charter"/>
                <a:cs typeface="Bitstream Charter"/>
              </a:defRPr>
            </a:lvl6pPr>
            <a:lvl7pPr>
              <a:defRPr sz="2250" b="1">
                <a:solidFill>
                  <a:srgbClr val="266BCC"/>
                </a:solidFill>
                <a:latin typeface="Bitstream Charter"/>
                <a:ea typeface="Bitstream Charter"/>
                <a:cs typeface="Bitstream Charter"/>
              </a:defRPr>
            </a:lvl7pPr>
            <a:lvl8pPr>
              <a:defRPr sz="2250" b="1">
                <a:solidFill>
                  <a:srgbClr val="266BCC"/>
                </a:solidFill>
                <a:latin typeface="Bitstream Charter"/>
                <a:ea typeface="Bitstream Charter"/>
                <a:cs typeface="Bitstream Charter"/>
              </a:defRPr>
            </a:lvl8pPr>
            <a:lvl9pPr>
              <a:defRPr sz="2250" b="1">
                <a:solidFill>
                  <a:srgbClr val="266BCC"/>
                </a:solidFill>
                <a:latin typeface="Bitstream Charter"/>
                <a:ea typeface="Bitstream Charter"/>
                <a:cs typeface="Bitstream Charter"/>
              </a:defRPr>
            </a:lvl9pPr>
          </a:lstStyle>
          <a:p xmlns:a="http://schemas.openxmlformats.org/drawingml/2006/main">
            <a:pPr>
              <a:defRPr sz="2250" b="1">
                <a:solidFill>
                  <a:srgbClr val="266BCC"/>
                </a:solidFill>
                <a:latin typeface="Bitstream Charter"/>
                <a:ea typeface="Bitstream Charter"/>
                <a:cs typeface="Bitstream Charter"/>
              </a:defRPr>
            </a:pPr>
            <a:r>
              <a:rPr sz="2250" b="1">
                <a:solidFill>
                  <a:srgbClr val="266BCC"/>
                </a:solidFill>
                <a:latin typeface="Bitstream Charter"/>
                <a:ea typeface="Bitstream Charter"/>
                <a:cs typeface="Bitstream Charter"/>
              </a:rPr>
              <a:t>Independent component slots keep ablations comparable</a:t>
            </a:r>
          </a:p>
        </p:txBody>
      </p:sp>
      <p:sp>
        <p:nvSpPr>
          <p:cNvPr id="3" name="node1-0">
            <a:extLst xmlns:a="http://schemas.openxmlformats.org/drawingml/2006/main">
              <a:ext uri="{FF2B5EF4-FFF2-40B4-BE49-F238E27FC236}">
                <a16:creationId xmlns:a16="http://schemas.microsoft.com/office/drawing/2014/main" id="{FFD4B997-7C03-4825-AFE7-A5B50D91BE65}"/>
              </a:ext>
            </a:extLst>
          </p:cNvPr>
          <p:cNvSpPr>
            <a:spLocks xmlns:a="http://schemas.openxmlformats.org/drawingml/2006/main" noGrp="1"/>
          </p:cNvSpPr>
          <p:nvPr/>
        </p:nvSpPr>
        <p:spPr>
          <a:xfrm xmlns:a="http://schemas.openxmlformats.org/drawingml/2006/main">
            <a:off x="609600" y="2724150"/>
            <a:ext cx="1666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1">
                <a:solidFill>
                  <a:srgbClr val="266BCC"/>
                </a:solidFill>
                <a:latin typeface="Bitstream Charter"/>
                <a:ea typeface="Bitstream Charter"/>
                <a:cs typeface="Bitstream Charter"/>
              </a:defRPr>
            </a:defPPr>
            <a:lvl1pPr algn="ctr">
              <a:defRPr sz="1575" b="1">
                <a:solidFill>
                  <a:srgbClr val="266BCC"/>
                </a:solidFill>
                <a:latin typeface="Bitstream Charter"/>
                <a:ea typeface="Bitstream Charter"/>
                <a:cs typeface="Bitstream Charter"/>
              </a:defRPr>
            </a:lvl1pPr>
            <a:lvl2pPr algn="ctr">
              <a:defRPr sz="1575" b="1">
                <a:solidFill>
                  <a:srgbClr val="266BCC"/>
                </a:solidFill>
                <a:latin typeface="Bitstream Charter"/>
                <a:ea typeface="Bitstream Charter"/>
                <a:cs typeface="Bitstream Charter"/>
              </a:defRPr>
            </a:lvl2pPr>
            <a:lvl3pPr algn="ctr">
              <a:defRPr sz="1575" b="1">
                <a:solidFill>
                  <a:srgbClr val="266BCC"/>
                </a:solidFill>
                <a:latin typeface="Bitstream Charter"/>
                <a:ea typeface="Bitstream Charter"/>
                <a:cs typeface="Bitstream Charter"/>
              </a:defRPr>
            </a:lvl3pPr>
            <a:lvl4pPr algn="ctr">
              <a:defRPr sz="1575" b="1">
                <a:solidFill>
                  <a:srgbClr val="266BCC"/>
                </a:solidFill>
                <a:latin typeface="Bitstream Charter"/>
                <a:ea typeface="Bitstream Charter"/>
                <a:cs typeface="Bitstream Charter"/>
              </a:defRPr>
            </a:lvl4pPr>
            <a:lvl5pPr algn="ctr">
              <a:defRPr sz="1575" b="1">
                <a:solidFill>
                  <a:srgbClr val="266BCC"/>
                </a:solidFill>
                <a:latin typeface="Bitstream Charter"/>
                <a:ea typeface="Bitstream Charter"/>
                <a:cs typeface="Bitstream Charter"/>
              </a:defRPr>
            </a:lvl5pPr>
            <a:lvl6pPr algn="ctr">
              <a:defRPr sz="1575" b="1">
                <a:solidFill>
                  <a:srgbClr val="266BCC"/>
                </a:solidFill>
                <a:latin typeface="Bitstream Charter"/>
                <a:ea typeface="Bitstream Charter"/>
                <a:cs typeface="Bitstream Charter"/>
              </a:defRPr>
            </a:lvl6pPr>
            <a:lvl7pPr algn="ctr">
              <a:defRPr sz="1575" b="1">
                <a:solidFill>
                  <a:srgbClr val="266BCC"/>
                </a:solidFill>
                <a:latin typeface="Bitstream Charter"/>
                <a:ea typeface="Bitstream Charter"/>
                <a:cs typeface="Bitstream Charter"/>
              </a:defRPr>
            </a:lvl7pPr>
            <a:lvl8pPr algn="ctr">
              <a:defRPr sz="1575" b="1">
                <a:solidFill>
                  <a:srgbClr val="266BCC"/>
                </a:solidFill>
                <a:latin typeface="Bitstream Charter"/>
                <a:ea typeface="Bitstream Charter"/>
                <a:cs typeface="Bitstream Charter"/>
              </a:defRPr>
            </a:lvl8pPr>
            <a:lvl9pPr algn="ctr">
              <a:defRPr sz="1575" b="1">
                <a:solidFill>
                  <a:srgbClr val="266BCC"/>
                </a:solidFill>
                <a:latin typeface="Bitstream Charter"/>
                <a:ea typeface="Bitstream Charter"/>
                <a:cs typeface="Bitstream Charter"/>
              </a:defRPr>
            </a:lvl9pPr>
          </a:lstStyle>
          <a:p xmlns:a="http://schemas.openxmlformats.org/drawingml/2006/main">
            <a:pPr algn="ctr">
              <a:defRPr sz="1575" b="1">
                <a:solidFill>
                  <a:srgbClr val="266BCC"/>
                </a:solidFill>
                <a:latin typeface="Bitstream Charter"/>
                <a:ea typeface="Bitstream Charter"/>
                <a:cs typeface="Bitstream Charter"/>
              </a:defRPr>
            </a:pPr>
            <a:r>
              <a:rPr sz="1575" b="1">
                <a:solidFill>
                  <a:srgbClr val="266BCC"/>
                </a:solidFill>
                <a:latin typeface="Bitstream Charter"/>
                <a:ea typeface="Bitstream Charter"/>
                <a:cs typeface="Bitstream Charter"/>
              </a:rPr>
              <a:t>MADE state</a:t>
            </a:r>
          </a:p>
          <a:p xmlns:a="http://schemas.openxmlformats.org/drawingml/2006/main">
            <a:pPr algn="ctr">
              <a:defRPr sz="1575" b="1">
                <a:solidFill>
                  <a:srgbClr val="266BCC"/>
                </a:solidFill>
                <a:latin typeface="Bitstream Charter"/>
                <a:ea typeface="Bitstream Charter"/>
                <a:cs typeface="Bitstream Charter"/>
              </a:defRPr>
            </a:pPr>
            <a:r>
              <a:rPr sz="1575" b="1">
                <a:solidFill>
                  <a:srgbClr val="266BCC"/>
                </a:solidFill>
                <a:latin typeface="Bitstream Charter"/>
                <a:ea typeface="Bitstream Charter"/>
                <a:cs typeface="Bitstream Charter"/>
              </a:rPr>
              <a:t>and A4 memory</a:t>
            </a:r>
          </a:p>
        </p:txBody>
      </p:sp>
      <p:sp>
        <p:nvSpPr>
          <p:cNvPr id="4" name="arrow1-0">
            <a:extLst xmlns:a="http://schemas.openxmlformats.org/drawingml/2006/main">
              <a:ext uri="{FF2B5EF4-FFF2-40B4-BE49-F238E27FC236}">
                <a16:creationId xmlns:a16="http://schemas.microsoft.com/office/drawing/2014/main" id="{02E2D2DC-0DB5-48E8-9320-D4E6BA7DD67F}"/>
              </a:ext>
            </a:extLst>
          </p:cNvPr>
          <p:cNvSpPr>
            <a:spLocks xmlns:a="http://schemas.openxmlformats.org/drawingml/2006/main" noGrp="1"/>
          </p:cNvSpPr>
          <p:nvPr/>
        </p:nvSpPr>
        <p:spPr>
          <a:xfrm xmlns:a="http://schemas.openxmlformats.org/drawingml/2006/main">
            <a:off x="2390775" y="2914650"/>
            <a:ext cx="285750" cy="171450"/>
          </a:xfrm>
          <a:prstGeom xmlns:a="http://schemas.openxmlformats.org/drawingml/2006/main" prst="rightArrow">
            <a:avLst/>
          </a:prstGeom>
          <a:solidFill xmlns:a="http://schemas.openxmlformats.org/drawingml/2006/main">
            <a:srgbClr val="266BCC"/>
          </a:solidFill>
          <a:ln xmlns:a="http://schemas.openxmlformats.org/drawingml/2006/main" w="0">
            <a:solidFill>
              <a:srgbClr val="266BCC"/>
            </a:solidFill>
            <a:prstDash val="solid"/>
          </a:ln>
        </p:spPr>
      </p:sp>
      <p:sp>
        <p:nvSpPr>
          <p:cNvPr id="5" name="node1-1">
            <a:extLst xmlns:a="http://schemas.openxmlformats.org/drawingml/2006/main">
              <a:ext uri="{FF2B5EF4-FFF2-40B4-BE49-F238E27FC236}">
                <a16:creationId xmlns:a16="http://schemas.microsoft.com/office/drawing/2014/main" id="{C3E6D04D-7776-4875-9A45-1ABDCF376652}"/>
              </a:ext>
            </a:extLst>
          </p:cNvPr>
          <p:cNvSpPr>
            <a:spLocks xmlns:a="http://schemas.openxmlformats.org/drawingml/2006/main" noGrp="1"/>
          </p:cNvSpPr>
          <p:nvPr/>
        </p:nvSpPr>
        <p:spPr>
          <a:xfrm xmlns:a="http://schemas.openxmlformats.org/drawingml/2006/main">
            <a:off x="2867025" y="2724150"/>
            <a:ext cx="1666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1">
                <a:solidFill>
                  <a:srgbClr val="102B46"/>
                </a:solidFill>
                <a:latin typeface="Bitstream Charter"/>
                <a:ea typeface="Bitstream Charter"/>
                <a:cs typeface="Bitstream Charter"/>
              </a:defRPr>
            </a:defPPr>
            <a:lvl1pPr algn="ctr">
              <a:defRPr sz="1575" b="1">
                <a:solidFill>
                  <a:srgbClr val="102B46"/>
                </a:solidFill>
                <a:latin typeface="Bitstream Charter"/>
                <a:ea typeface="Bitstream Charter"/>
                <a:cs typeface="Bitstream Charter"/>
              </a:defRPr>
            </a:lvl1pPr>
            <a:lvl2pPr algn="ctr">
              <a:defRPr sz="1575" b="1">
                <a:solidFill>
                  <a:srgbClr val="102B46"/>
                </a:solidFill>
                <a:latin typeface="Bitstream Charter"/>
                <a:ea typeface="Bitstream Charter"/>
                <a:cs typeface="Bitstream Charter"/>
              </a:defRPr>
            </a:lvl2pPr>
            <a:lvl3pPr algn="ctr">
              <a:defRPr sz="1575" b="1">
                <a:solidFill>
                  <a:srgbClr val="102B46"/>
                </a:solidFill>
                <a:latin typeface="Bitstream Charter"/>
                <a:ea typeface="Bitstream Charter"/>
                <a:cs typeface="Bitstream Charter"/>
              </a:defRPr>
            </a:lvl3pPr>
            <a:lvl4pPr algn="ctr">
              <a:defRPr sz="1575" b="1">
                <a:solidFill>
                  <a:srgbClr val="102B46"/>
                </a:solidFill>
                <a:latin typeface="Bitstream Charter"/>
                <a:ea typeface="Bitstream Charter"/>
                <a:cs typeface="Bitstream Charter"/>
              </a:defRPr>
            </a:lvl4pPr>
            <a:lvl5pPr algn="ctr">
              <a:defRPr sz="1575" b="1">
                <a:solidFill>
                  <a:srgbClr val="102B46"/>
                </a:solidFill>
                <a:latin typeface="Bitstream Charter"/>
                <a:ea typeface="Bitstream Charter"/>
                <a:cs typeface="Bitstream Charter"/>
              </a:defRPr>
            </a:lvl5pPr>
            <a:lvl6pPr algn="ctr">
              <a:defRPr sz="1575" b="1">
                <a:solidFill>
                  <a:srgbClr val="102B46"/>
                </a:solidFill>
                <a:latin typeface="Bitstream Charter"/>
                <a:ea typeface="Bitstream Charter"/>
                <a:cs typeface="Bitstream Charter"/>
              </a:defRPr>
            </a:lvl6pPr>
            <a:lvl7pPr algn="ctr">
              <a:defRPr sz="1575" b="1">
                <a:solidFill>
                  <a:srgbClr val="102B46"/>
                </a:solidFill>
                <a:latin typeface="Bitstream Charter"/>
                <a:ea typeface="Bitstream Charter"/>
                <a:cs typeface="Bitstream Charter"/>
              </a:defRPr>
            </a:lvl7pPr>
            <a:lvl8pPr algn="ctr">
              <a:defRPr sz="1575" b="1">
                <a:solidFill>
                  <a:srgbClr val="102B46"/>
                </a:solidFill>
                <a:latin typeface="Bitstream Charter"/>
                <a:ea typeface="Bitstream Charter"/>
                <a:cs typeface="Bitstream Charter"/>
              </a:defRPr>
            </a:lvl8pPr>
            <a:lvl9pPr algn="ctr">
              <a:defRPr sz="1575" b="1">
                <a:solidFill>
                  <a:srgbClr val="102B46"/>
                </a:solidFill>
                <a:latin typeface="Bitstream Charter"/>
                <a:ea typeface="Bitstream Charter"/>
                <a:cs typeface="Bitstream Charter"/>
              </a:defRPr>
            </a:lvl9pPr>
          </a:lstStyle>
          <a:p xmlns:a="http://schemas.openxmlformats.org/drawingml/2006/main">
            <a:pPr algn="ctr">
              <a:defRPr sz="1575" b="1">
                <a:solidFill>
                  <a:srgbClr val="102B46"/>
                </a:solidFill>
                <a:latin typeface="Bitstream Charter"/>
                <a:ea typeface="Bitstream Charter"/>
                <a:cs typeface="Bitstream Charter"/>
              </a:defRPr>
            </a:pPr>
            <a:r>
              <a:rPr sz="1575" b="1">
                <a:solidFill>
                  <a:srgbClr val="102B46"/>
                </a:solidFill>
                <a:latin typeface="Bitstream Charter"/>
                <a:ea typeface="Bitstream Charter"/>
                <a:cs typeface="Bitstream Charter"/>
              </a:rPr>
              <a:t>M1 boundary</a:t>
            </a:r>
          </a:p>
        </p:txBody>
      </p:sp>
      <p:sp>
        <p:nvSpPr>
          <p:cNvPr id="6" name="arrow1-1">
            <a:extLst xmlns:a="http://schemas.openxmlformats.org/drawingml/2006/main">
              <a:ext uri="{FF2B5EF4-FFF2-40B4-BE49-F238E27FC236}">
                <a16:creationId xmlns:a16="http://schemas.microsoft.com/office/drawing/2014/main" id="{B78E3B94-DC75-435C-84DA-60ECAE679744}"/>
              </a:ext>
            </a:extLst>
          </p:cNvPr>
          <p:cNvSpPr>
            <a:spLocks xmlns:a="http://schemas.openxmlformats.org/drawingml/2006/main" noGrp="1"/>
          </p:cNvSpPr>
          <p:nvPr/>
        </p:nvSpPr>
        <p:spPr>
          <a:xfrm xmlns:a="http://schemas.openxmlformats.org/drawingml/2006/main">
            <a:off x="4648200" y="2914650"/>
            <a:ext cx="285750" cy="171450"/>
          </a:xfrm>
          <a:prstGeom xmlns:a="http://schemas.openxmlformats.org/drawingml/2006/main" prst="rightArrow">
            <a:avLst/>
          </a:prstGeom>
          <a:solidFill xmlns:a="http://schemas.openxmlformats.org/drawingml/2006/main">
            <a:srgbClr val="266BCC"/>
          </a:solidFill>
          <a:ln xmlns:a="http://schemas.openxmlformats.org/drawingml/2006/main" w="0">
            <a:solidFill>
              <a:srgbClr val="266BCC"/>
            </a:solidFill>
            <a:prstDash val="solid"/>
          </a:ln>
        </p:spPr>
      </p:sp>
      <p:sp>
        <p:nvSpPr>
          <p:cNvPr id="7" name="node1-2">
            <a:extLst xmlns:a="http://schemas.openxmlformats.org/drawingml/2006/main">
              <a:ext uri="{FF2B5EF4-FFF2-40B4-BE49-F238E27FC236}">
                <a16:creationId xmlns:a16="http://schemas.microsoft.com/office/drawing/2014/main" id="{B15C2E5A-2410-4A69-AB33-F8F4D9B4A2FD}"/>
              </a:ext>
            </a:extLst>
          </p:cNvPr>
          <p:cNvSpPr>
            <a:spLocks xmlns:a="http://schemas.openxmlformats.org/drawingml/2006/main" noGrp="1"/>
          </p:cNvSpPr>
          <p:nvPr/>
        </p:nvSpPr>
        <p:spPr>
          <a:xfrm xmlns:a="http://schemas.openxmlformats.org/drawingml/2006/main">
            <a:off x="5124450" y="2724150"/>
            <a:ext cx="1666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1">
                <a:solidFill>
                  <a:srgbClr val="102B46"/>
                </a:solidFill>
                <a:latin typeface="Bitstream Charter"/>
                <a:ea typeface="Bitstream Charter"/>
                <a:cs typeface="Bitstream Charter"/>
              </a:defRPr>
            </a:defPPr>
            <a:lvl1pPr algn="ctr">
              <a:defRPr sz="1575" b="1">
                <a:solidFill>
                  <a:srgbClr val="102B46"/>
                </a:solidFill>
                <a:latin typeface="Bitstream Charter"/>
                <a:ea typeface="Bitstream Charter"/>
                <a:cs typeface="Bitstream Charter"/>
              </a:defRPr>
            </a:lvl1pPr>
            <a:lvl2pPr algn="ctr">
              <a:defRPr sz="1575" b="1">
                <a:solidFill>
                  <a:srgbClr val="102B46"/>
                </a:solidFill>
                <a:latin typeface="Bitstream Charter"/>
                <a:ea typeface="Bitstream Charter"/>
                <a:cs typeface="Bitstream Charter"/>
              </a:defRPr>
            </a:lvl2pPr>
            <a:lvl3pPr algn="ctr">
              <a:defRPr sz="1575" b="1">
                <a:solidFill>
                  <a:srgbClr val="102B46"/>
                </a:solidFill>
                <a:latin typeface="Bitstream Charter"/>
                <a:ea typeface="Bitstream Charter"/>
                <a:cs typeface="Bitstream Charter"/>
              </a:defRPr>
            </a:lvl3pPr>
            <a:lvl4pPr algn="ctr">
              <a:defRPr sz="1575" b="1">
                <a:solidFill>
                  <a:srgbClr val="102B46"/>
                </a:solidFill>
                <a:latin typeface="Bitstream Charter"/>
                <a:ea typeface="Bitstream Charter"/>
                <a:cs typeface="Bitstream Charter"/>
              </a:defRPr>
            </a:lvl4pPr>
            <a:lvl5pPr algn="ctr">
              <a:defRPr sz="1575" b="1">
                <a:solidFill>
                  <a:srgbClr val="102B46"/>
                </a:solidFill>
                <a:latin typeface="Bitstream Charter"/>
                <a:ea typeface="Bitstream Charter"/>
                <a:cs typeface="Bitstream Charter"/>
              </a:defRPr>
            </a:lvl5pPr>
            <a:lvl6pPr algn="ctr">
              <a:defRPr sz="1575" b="1">
                <a:solidFill>
                  <a:srgbClr val="102B46"/>
                </a:solidFill>
                <a:latin typeface="Bitstream Charter"/>
                <a:ea typeface="Bitstream Charter"/>
                <a:cs typeface="Bitstream Charter"/>
              </a:defRPr>
            </a:lvl6pPr>
            <a:lvl7pPr algn="ctr">
              <a:defRPr sz="1575" b="1">
                <a:solidFill>
                  <a:srgbClr val="102B46"/>
                </a:solidFill>
                <a:latin typeface="Bitstream Charter"/>
                <a:ea typeface="Bitstream Charter"/>
                <a:cs typeface="Bitstream Charter"/>
              </a:defRPr>
            </a:lvl7pPr>
            <a:lvl8pPr algn="ctr">
              <a:defRPr sz="1575" b="1">
                <a:solidFill>
                  <a:srgbClr val="102B46"/>
                </a:solidFill>
                <a:latin typeface="Bitstream Charter"/>
                <a:ea typeface="Bitstream Charter"/>
                <a:cs typeface="Bitstream Charter"/>
              </a:defRPr>
            </a:lvl8pPr>
            <a:lvl9pPr algn="ctr">
              <a:defRPr sz="1575" b="1">
                <a:solidFill>
                  <a:srgbClr val="102B46"/>
                </a:solidFill>
                <a:latin typeface="Bitstream Charter"/>
                <a:ea typeface="Bitstream Charter"/>
                <a:cs typeface="Bitstream Charter"/>
              </a:defRPr>
            </a:lvl9pPr>
          </a:lstStyle>
          <a:p xmlns:a="http://schemas.openxmlformats.org/drawingml/2006/main">
            <a:pPr algn="ctr">
              <a:defRPr sz="1575" b="1">
                <a:solidFill>
                  <a:srgbClr val="102B46"/>
                </a:solidFill>
                <a:latin typeface="Bitstream Charter"/>
                <a:ea typeface="Bitstream Charter"/>
                <a:cs typeface="Bitstream Charter"/>
              </a:defRPr>
            </a:pPr>
            <a:r>
              <a:rPr sz="1575" b="1">
                <a:solidFill>
                  <a:srgbClr val="102B46"/>
                </a:solidFill>
                <a:latin typeface="Bitstream Charter"/>
                <a:ea typeface="Bitstream Charter"/>
                <a:cs typeface="Bitstream Charter"/>
              </a:rPr>
              <a:t>Planning</a:t>
            </a:r>
          </a:p>
          <a:p xmlns:a="http://schemas.openxmlformats.org/drawingml/2006/main">
            <a:pPr algn="ctr">
              <a:defRPr sz="1575" b="1">
                <a:solidFill>
                  <a:srgbClr val="102B46"/>
                </a:solidFill>
                <a:latin typeface="Bitstream Charter"/>
                <a:ea typeface="Bitstream Charter"/>
                <a:cs typeface="Bitstream Charter"/>
              </a:defRPr>
            </a:pPr>
            <a:r>
              <a:rPr sz="1575" b="1">
                <a:solidFill>
                  <a:srgbClr val="102B46"/>
                </a:solidFill>
                <a:latin typeface="Bitstream Charter"/>
                <a:ea typeface="Bitstream Charter"/>
                <a:cs typeface="Bitstream Charter"/>
              </a:rPr>
              <a:t>A3</a:t>
            </a:r>
          </a:p>
        </p:txBody>
      </p:sp>
      <p:sp>
        <p:nvSpPr>
          <p:cNvPr id="8" name="arrow1-2">
            <a:extLst xmlns:a="http://schemas.openxmlformats.org/drawingml/2006/main">
              <a:ext uri="{FF2B5EF4-FFF2-40B4-BE49-F238E27FC236}">
                <a16:creationId xmlns:a16="http://schemas.microsoft.com/office/drawing/2014/main" id="{EEC6FD2E-D0F1-45F9-937D-5F00A17C6884}"/>
              </a:ext>
            </a:extLst>
          </p:cNvPr>
          <p:cNvSpPr>
            <a:spLocks xmlns:a="http://schemas.openxmlformats.org/drawingml/2006/main" noGrp="1"/>
          </p:cNvSpPr>
          <p:nvPr/>
        </p:nvSpPr>
        <p:spPr>
          <a:xfrm xmlns:a="http://schemas.openxmlformats.org/drawingml/2006/main">
            <a:off x="6905625" y="2914650"/>
            <a:ext cx="285750" cy="171450"/>
          </a:xfrm>
          <a:prstGeom xmlns:a="http://schemas.openxmlformats.org/drawingml/2006/main" prst="rightArrow">
            <a:avLst/>
          </a:prstGeom>
          <a:solidFill xmlns:a="http://schemas.openxmlformats.org/drawingml/2006/main">
            <a:srgbClr val="266BCC"/>
          </a:solidFill>
          <a:ln xmlns:a="http://schemas.openxmlformats.org/drawingml/2006/main" w="0">
            <a:solidFill>
              <a:srgbClr val="266BCC"/>
            </a:solidFill>
            <a:prstDash val="solid"/>
          </a:ln>
        </p:spPr>
      </p:sp>
      <p:sp>
        <p:nvSpPr>
          <p:cNvPr id="9" name="node1-3">
            <a:extLst xmlns:a="http://schemas.openxmlformats.org/drawingml/2006/main">
              <a:ext uri="{FF2B5EF4-FFF2-40B4-BE49-F238E27FC236}">
                <a16:creationId xmlns:a16="http://schemas.microsoft.com/office/drawing/2014/main" id="{28A2EB2B-7B14-4230-A9E1-D82384C4ED9D}"/>
              </a:ext>
            </a:extLst>
          </p:cNvPr>
          <p:cNvSpPr>
            <a:spLocks xmlns:a="http://schemas.openxmlformats.org/drawingml/2006/main" noGrp="1"/>
          </p:cNvSpPr>
          <p:nvPr/>
        </p:nvSpPr>
        <p:spPr>
          <a:xfrm xmlns:a="http://schemas.openxmlformats.org/drawingml/2006/main">
            <a:off x="7381875" y="2724150"/>
            <a:ext cx="1666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1">
                <a:solidFill>
                  <a:srgbClr val="102B46"/>
                </a:solidFill>
                <a:latin typeface="Bitstream Charter"/>
                <a:ea typeface="Bitstream Charter"/>
                <a:cs typeface="Bitstream Charter"/>
              </a:defRPr>
            </a:defPPr>
            <a:lvl1pPr algn="ctr">
              <a:defRPr sz="1575" b="1">
                <a:solidFill>
                  <a:srgbClr val="102B46"/>
                </a:solidFill>
                <a:latin typeface="Bitstream Charter"/>
                <a:ea typeface="Bitstream Charter"/>
                <a:cs typeface="Bitstream Charter"/>
              </a:defRPr>
            </a:lvl1pPr>
            <a:lvl2pPr algn="ctr">
              <a:defRPr sz="1575" b="1">
                <a:solidFill>
                  <a:srgbClr val="102B46"/>
                </a:solidFill>
                <a:latin typeface="Bitstream Charter"/>
                <a:ea typeface="Bitstream Charter"/>
                <a:cs typeface="Bitstream Charter"/>
              </a:defRPr>
            </a:lvl2pPr>
            <a:lvl3pPr algn="ctr">
              <a:defRPr sz="1575" b="1">
                <a:solidFill>
                  <a:srgbClr val="102B46"/>
                </a:solidFill>
                <a:latin typeface="Bitstream Charter"/>
                <a:ea typeface="Bitstream Charter"/>
                <a:cs typeface="Bitstream Charter"/>
              </a:defRPr>
            </a:lvl3pPr>
            <a:lvl4pPr algn="ctr">
              <a:defRPr sz="1575" b="1">
                <a:solidFill>
                  <a:srgbClr val="102B46"/>
                </a:solidFill>
                <a:latin typeface="Bitstream Charter"/>
                <a:ea typeface="Bitstream Charter"/>
                <a:cs typeface="Bitstream Charter"/>
              </a:defRPr>
            </a:lvl4pPr>
            <a:lvl5pPr algn="ctr">
              <a:defRPr sz="1575" b="1">
                <a:solidFill>
                  <a:srgbClr val="102B46"/>
                </a:solidFill>
                <a:latin typeface="Bitstream Charter"/>
                <a:ea typeface="Bitstream Charter"/>
                <a:cs typeface="Bitstream Charter"/>
              </a:defRPr>
            </a:lvl5pPr>
            <a:lvl6pPr algn="ctr">
              <a:defRPr sz="1575" b="1">
                <a:solidFill>
                  <a:srgbClr val="102B46"/>
                </a:solidFill>
                <a:latin typeface="Bitstream Charter"/>
                <a:ea typeface="Bitstream Charter"/>
                <a:cs typeface="Bitstream Charter"/>
              </a:defRPr>
            </a:lvl6pPr>
            <a:lvl7pPr algn="ctr">
              <a:defRPr sz="1575" b="1">
                <a:solidFill>
                  <a:srgbClr val="102B46"/>
                </a:solidFill>
                <a:latin typeface="Bitstream Charter"/>
                <a:ea typeface="Bitstream Charter"/>
                <a:cs typeface="Bitstream Charter"/>
              </a:defRPr>
            </a:lvl7pPr>
            <a:lvl8pPr algn="ctr">
              <a:defRPr sz="1575" b="1">
                <a:solidFill>
                  <a:srgbClr val="102B46"/>
                </a:solidFill>
                <a:latin typeface="Bitstream Charter"/>
                <a:ea typeface="Bitstream Charter"/>
                <a:cs typeface="Bitstream Charter"/>
              </a:defRPr>
            </a:lvl8pPr>
            <a:lvl9pPr algn="ctr">
              <a:defRPr sz="1575" b="1">
                <a:solidFill>
                  <a:srgbClr val="102B46"/>
                </a:solidFill>
                <a:latin typeface="Bitstream Charter"/>
                <a:ea typeface="Bitstream Charter"/>
                <a:cs typeface="Bitstream Charter"/>
              </a:defRPr>
            </a:lvl9pPr>
          </a:lstStyle>
          <a:p xmlns:a="http://schemas.openxmlformats.org/drawingml/2006/main">
            <a:pPr algn="ctr">
              <a:defRPr sz="1575" b="1">
                <a:solidFill>
                  <a:srgbClr val="102B46"/>
                </a:solidFill>
                <a:latin typeface="Bitstream Charter"/>
                <a:ea typeface="Bitstream Charter"/>
                <a:cs typeface="Bitstream Charter"/>
              </a:defRPr>
            </a:pPr>
            <a:r>
              <a:rPr sz="1575" b="1">
                <a:solidFill>
                  <a:srgbClr val="102B46"/>
                </a:solidFill>
                <a:latin typeface="Bitstream Charter"/>
                <a:ea typeface="Bitstream Charter"/>
                <a:cs typeface="Bitstream Charter"/>
              </a:rPr>
              <a:t>Self-correction</a:t>
            </a:r>
          </a:p>
          <a:p xmlns:a="http://schemas.openxmlformats.org/drawingml/2006/main">
            <a:pPr algn="ctr">
              <a:defRPr sz="1575" b="1">
                <a:solidFill>
                  <a:srgbClr val="102B46"/>
                </a:solidFill>
                <a:latin typeface="Bitstream Charter"/>
                <a:ea typeface="Bitstream Charter"/>
                <a:cs typeface="Bitstream Charter"/>
              </a:defRPr>
            </a:pPr>
            <a:r>
              <a:rPr sz="1575" b="1">
                <a:solidFill>
                  <a:srgbClr val="102B46"/>
                </a:solidFill>
                <a:latin typeface="Bitstream Charter"/>
                <a:ea typeface="Bitstream Charter"/>
                <a:cs typeface="Bitstream Charter"/>
              </a:rPr>
              <a:t>A3</a:t>
            </a:r>
          </a:p>
        </p:txBody>
      </p:sp>
      <p:sp>
        <p:nvSpPr>
          <p:cNvPr id="10" name="arrow1-3">
            <a:extLst xmlns:a="http://schemas.openxmlformats.org/drawingml/2006/main">
              <a:ext uri="{FF2B5EF4-FFF2-40B4-BE49-F238E27FC236}">
                <a16:creationId xmlns:a16="http://schemas.microsoft.com/office/drawing/2014/main" id="{7B3FCB02-64A9-4C85-B3C4-6C108753A276}"/>
              </a:ext>
            </a:extLst>
          </p:cNvPr>
          <p:cNvSpPr>
            <a:spLocks xmlns:a="http://schemas.openxmlformats.org/drawingml/2006/main" noGrp="1"/>
          </p:cNvSpPr>
          <p:nvPr/>
        </p:nvSpPr>
        <p:spPr>
          <a:xfrm xmlns:a="http://schemas.openxmlformats.org/drawingml/2006/main">
            <a:off x="9163050" y="2914650"/>
            <a:ext cx="285750" cy="171450"/>
          </a:xfrm>
          <a:prstGeom xmlns:a="http://schemas.openxmlformats.org/drawingml/2006/main" prst="rightArrow">
            <a:avLst/>
          </a:prstGeom>
          <a:solidFill xmlns:a="http://schemas.openxmlformats.org/drawingml/2006/main">
            <a:srgbClr val="266BCC"/>
          </a:solidFill>
          <a:ln xmlns:a="http://schemas.openxmlformats.org/drawingml/2006/main" w="0">
            <a:solidFill>
              <a:srgbClr val="266BCC"/>
            </a:solidFill>
            <a:prstDash val="solid"/>
          </a:ln>
        </p:spPr>
      </p:sp>
      <p:sp>
        <p:nvSpPr>
          <p:cNvPr id="11" name="node1-4">
            <a:extLst xmlns:a="http://schemas.openxmlformats.org/drawingml/2006/main">
              <a:ext uri="{FF2B5EF4-FFF2-40B4-BE49-F238E27FC236}">
                <a16:creationId xmlns:a16="http://schemas.microsoft.com/office/drawing/2014/main" id="{DBDB10D2-CBC7-4766-9513-47C97FEA35E1}"/>
              </a:ext>
            </a:extLst>
          </p:cNvPr>
          <p:cNvSpPr>
            <a:spLocks xmlns:a="http://schemas.openxmlformats.org/drawingml/2006/main" noGrp="1"/>
          </p:cNvSpPr>
          <p:nvPr/>
        </p:nvSpPr>
        <p:spPr>
          <a:xfrm xmlns:a="http://schemas.openxmlformats.org/drawingml/2006/main">
            <a:off x="9639300" y="2724150"/>
            <a:ext cx="1666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1">
                <a:solidFill>
                  <a:srgbClr val="102B46"/>
                </a:solidFill>
                <a:latin typeface="Bitstream Charter"/>
                <a:ea typeface="Bitstream Charter"/>
                <a:cs typeface="Bitstream Charter"/>
              </a:defRPr>
            </a:defPPr>
            <a:lvl1pPr algn="ctr">
              <a:defRPr sz="1575" b="1">
                <a:solidFill>
                  <a:srgbClr val="102B46"/>
                </a:solidFill>
                <a:latin typeface="Bitstream Charter"/>
                <a:ea typeface="Bitstream Charter"/>
                <a:cs typeface="Bitstream Charter"/>
              </a:defRPr>
            </a:lvl1pPr>
            <a:lvl2pPr algn="ctr">
              <a:defRPr sz="1575" b="1">
                <a:solidFill>
                  <a:srgbClr val="102B46"/>
                </a:solidFill>
                <a:latin typeface="Bitstream Charter"/>
                <a:ea typeface="Bitstream Charter"/>
                <a:cs typeface="Bitstream Charter"/>
              </a:defRPr>
            </a:lvl2pPr>
            <a:lvl3pPr algn="ctr">
              <a:defRPr sz="1575" b="1">
                <a:solidFill>
                  <a:srgbClr val="102B46"/>
                </a:solidFill>
                <a:latin typeface="Bitstream Charter"/>
                <a:ea typeface="Bitstream Charter"/>
                <a:cs typeface="Bitstream Charter"/>
              </a:defRPr>
            </a:lvl3pPr>
            <a:lvl4pPr algn="ctr">
              <a:defRPr sz="1575" b="1">
                <a:solidFill>
                  <a:srgbClr val="102B46"/>
                </a:solidFill>
                <a:latin typeface="Bitstream Charter"/>
                <a:ea typeface="Bitstream Charter"/>
                <a:cs typeface="Bitstream Charter"/>
              </a:defRPr>
            </a:lvl4pPr>
            <a:lvl5pPr algn="ctr">
              <a:defRPr sz="1575" b="1">
                <a:solidFill>
                  <a:srgbClr val="102B46"/>
                </a:solidFill>
                <a:latin typeface="Bitstream Charter"/>
                <a:ea typeface="Bitstream Charter"/>
                <a:cs typeface="Bitstream Charter"/>
              </a:defRPr>
            </a:lvl5pPr>
            <a:lvl6pPr algn="ctr">
              <a:defRPr sz="1575" b="1">
                <a:solidFill>
                  <a:srgbClr val="102B46"/>
                </a:solidFill>
                <a:latin typeface="Bitstream Charter"/>
                <a:ea typeface="Bitstream Charter"/>
                <a:cs typeface="Bitstream Charter"/>
              </a:defRPr>
            </a:lvl6pPr>
            <a:lvl7pPr algn="ctr">
              <a:defRPr sz="1575" b="1">
                <a:solidFill>
                  <a:srgbClr val="102B46"/>
                </a:solidFill>
                <a:latin typeface="Bitstream Charter"/>
                <a:ea typeface="Bitstream Charter"/>
                <a:cs typeface="Bitstream Charter"/>
              </a:defRPr>
            </a:lvl7pPr>
            <a:lvl8pPr algn="ctr">
              <a:defRPr sz="1575" b="1">
                <a:solidFill>
                  <a:srgbClr val="102B46"/>
                </a:solidFill>
                <a:latin typeface="Bitstream Charter"/>
                <a:ea typeface="Bitstream Charter"/>
                <a:cs typeface="Bitstream Charter"/>
              </a:defRPr>
            </a:lvl8pPr>
            <a:lvl9pPr algn="ctr">
              <a:defRPr sz="1575" b="1">
                <a:solidFill>
                  <a:srgbClr val="102B46"/>
                </a:solidFill>
                <a:latin typeface="Bitstream Charter"/>
                <a:ea typeface="Bitstream Charter"/>
                <a:cs typeface="Bitstream Charter"/>
              </a:defRPr>
            </a:lvl9pPr>
          </a:lstStyle>
          <a:p xmlns:a="http://schemas.openxmlformats.org/drawingml/2006/main">
            <a:pPr algn="ctr">
              <a:defRPr sz="1575" b="1">
                <a:solidFill>
                  <a:srgbClr val="102B46"/>
                </a:solidFill>
                <a:latin typeface="Bitstream Charter"/>
                <a:ea typeface="Bitstream Charter"/>
                <a:cs typeface="Bitstream Charter"/>
              </a:defRPr>
            </a:pPr>
            <a:r>
              <a:rPr sz="1575" b="1">
                <a:solidFill>
                  <a:srgbClr val="102B46"/>
                </a:solidFill>
                <a:latin typeface="Bitstream Charter"/>
                <a:ea typeface="Bitstream Charter"/>
                <a:cs typeface="Bitstream Charter"/>
              </a:rPr>
              <a:t>Exploration</a:t>
            </a:r>
          </a:p>
          <a:p xmlns:a="http://schemas.openxmlformats.org/drawingml/2006/main">
            <a:pPr algn="ctr">
              <a:defRPr sz="1575" b="1">
                <a:solidFill>
                  <a:srgbClr val="102B46"/>
                </a:solidFill>
                <a:latin typeface="Bitstream Charter"/>
                <a:ea typeface="Bitstream Charter"/>
                <a:cs typeface="Bitstream Charter"/>
              </a:defRPr>
            </a:pPr>
            <a:r>
              <a:rPr sz="1575" b="1">
                <a:solidFill>
                  <a:srgbClr val="102B46"/>
                </a:solidFill>
                <a:latin typeface="Bitstream Charter"/>
                <a:ea typeface="Bitstream Charter"/>
                <a:cs typeface="Bitstream Charter"/>
              </a:rPr>
              <a:t>A5</a:t>
            </a:r>
          </a:p>
        </p:txBody>
      </p:sp>
      <p:sp>
        <p:nvSpPr>
          <p:cNvPr id="12" name="node2-0">
            <a:extLst xmlns:a="http://schemas.openxmlformats.org/drawingml/2006/main">
              <a:ext uri="{FF2B5EF4-FFF2-40B4-BE49-F238E27FC236}">
                <a16:creationId xmlns:a16="http://schemas.microsoft.com/office/drawing/2014/main" id="{85402062-18C9-4FEA-88A9-2489AF7D1E3A}"/>
              </a:ext>
            </a:extLst>
          </p:cNvPr>
          <p:cNvSpPr>
            <a:spLocks xmlns:a="http://schemas.openxmlformats.org/drawingml/2006/main" noGrp="1"/>
          </p:cNvSpPr>
          <p:nvPr/>
        </p:nvSpPr>
        <p:spPr>
          <a:xfrm xmlns:a="http://schemas.openxmlformats.org/drawingml/2006/main">
            <a:off x="609600" y="3943350"/>
            <a:ext cx="1666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1">
                <a:solidFill>
                  <a:srgbClr val="266BCC"/>
                </a:solidFill>
                <a:latin typeface="Bitstream Charter"/>
                <a:ea typeface="Bitstream Charter"/>
                <a:cs typeface="Bitstream Charter"/>
              </a:defRPr>
            </a:defPPr>
            <a:lvl1pPr algn="ctr">
              <a:defRPr sz="1575" b="1">
                <a:solidFill>
                  <a:srgbClr val="266BCC"/>
                </a:solidFill>
                <a:latin typeface="Bitstream Charter"/>
                <a:ea typeface="Bitstream Charter"/>
                <a:cs typeface="Bitstream Charter"/>
              </a:defRPr>
            </a:lvl1pPr>
            <a:lvl2pPr algn="ctr">
              <a:defRPr sz="1575" b="1">
                <a:solidFill>
                  <a:srgbClr val="266BCC"/>
                </a:solidFill>
                <a:latin typeface="Bitstream Charter"/>
                <a:ea typeface="Bitstream Charter"/>
                <a:cs typeface="Bitstream Charter"/>
              </a:defRPr>
            </a:lvl2pPr>
            <a:lvl3pPr algn="ctr">
              <a:defRPr sz="1575" b="1">
                <a:solidFill>
                  <a:srgbClr val="266BCC"/>
                </a:solidFill>
                <a:latin typeface="Bitstream Charter"/>
                <a:ea typeface="Bitstream Charter"/>
                <a:cs typeface="Bitstream Charter"/>
              </a:defRPr>
            </a:lvl3pPr>
            <a:lvl4pPr algn="ctr">
              <a:defRPr sz="1575" b="1">
                <a:solidFill>
                  <a:srgbClr val="266BCC"/>
                </a:solidFill>
                <a:latin typeface="Bitstream Charter"/>
                <a:ea typeface="Bitstream Charter"/>
                <a:cs typeface="Bitstream Charter"/>
              </a:defRPr>
            </a:lvl4pPr>
            <a:lvl5pPr algn="ctr">
              <a:defRPr sz="1575" b="1">
                <a:solidFill>
                  <a:srgbClr val="266BCC"/>
                </a:solidFill>
                <a:latin typeface="Bitstream Charter"/>
                <a:ea typeface="Bitstream Charter"/>
                <a:cs typeface="Bitstream Charter"/>
              </a:defRPr>
            </a:lvl5pPr>
            <a:lvl6pPr algn="ctr">
              <a:defRPr sz="1575" b="1">
                <a:solidFill>
                  <a:srgbClr val="266BCC"/>
                </a:solidFill>
                <a:latin typeface="Bitstream Charter"/>
                <a:ea typeface="Bitstream Charter"/>
                <a:cs typeface="Bitstream Charter"/>
              </a:defRPr>
            </a:lvl6pPr>
            <a:lvl7pPr algn="ctr">
              <a:defRPr sz="1575" b="1">
                <a:solidFill>
                  <a:srgbClr val="266BCC"/>
                </a:solidFill>
                <a:latin typeface="Bitstream Charter"/>
                <a:ea typeface="Bitstream Charter"/>
                <a:cs typeface="Bitstream Charter"/>
              </a:defRPr>
            </a:lvl7pPr>
            <a:lvl8pPr algn="ctr">
              <a:defRPr sz="1575" b="1">
                <a:solidFill>
                  <a:srgbClr val="266BCC"/>
                </a:solidFill>
                <a:latin typeface="Bitstream Charter"/>
                <a:ea typeface="Bitstream Charter"/>
                <a:cs typeface="Bitstream Charter"/>
              </a:defRPr>
            </a:lvl8pPr>
            <a:lvl9pPr algn="ctr">
              <a:defRPr sz="1575" b="1">
                <a:solidFill>
                  <a:srgbClr val="266BCC"/>
                </a:solidFill>
                <a:latin typeface="Bitstream Charter"/>
                <a:ea typeface="Bitstream Charter"/>
                <a:cs typeface="Bitstream Charter"/>
              </a:defRPr>
            </a:lvl9pPr>
          </a:lstStyle>
          <a:p xmlns:a="http://schemas.openxmlformats.org/drawingml/2006/main">
            <a:pPr algn="ctr">
              <a:defRPr sz="1575" b="1">
                <a:solidFill>
                  <a:srgbClr val="266BCC"/>
                </a:solidFill>
                <a:latin typeface="Bitstream Charter"/>
                <a:ea typeface="Bitstream Charter"/>
                <a:cs typeface="Bitstream Charter"/>
              </a:defRPr>
            </a:pPr>
            <a:r>
              <a:rPr sz="1575" b="1">
                <a:solidFill>
                  <a:srgbClr val="266BCC"/>
                </a:solidFill>
                <a:latin typeface="Bitstream Charter"/>
                <a:ea typeface="Bitstream Charter"/>
                <a:cs typeface="Bitstream Charter"/>
              </a:rPr>
              <a:t>A2 routing</a:t>
            </a:r>
          </a:p>
          <a:p xmlns:a="http://schemas.openxmlformats.org/drawingml/2006/main">
            <a:pPr algn="ctr">
              <a:defRPr sz="1575" b="1">
                <a:solidFill>
                  <a:srgbClr val="266BCC"/>
                </a:solidFill>
                <a:latin typeface="Bitstream Charter"/>
                <a:ea typeface="Bitstream Charter"/>
                <a:cs typeface="Bitstream Charter"/>
              </a:defRPr>
            </a:pPr>
            <a:r>
              <a:rPr sz="1575" b="1">
                <a:solidFill>
                  <a:srgbClr val="266BCC"/>
                </a:solidFill>
                <a:latin typeface="Bitstream Charter"/>
                <a:ea typeface="Bitstream Charter"/>
                <a:cs typeface="Bitstream Charter"/>
              </a:rPr>
              <a:t>and generation</a:t>
            </a:r>
          </a:p>
        </p:txBody>
      </p:sp>
      <p:sp>
        <p:nvSpPr>
          <p:cNvPr id="13" name="arrow2-0">
            <a:extLst xmlns:a="http://schemas.openxmlformats.org/drawingml/2006/main">
              <a:ext uri="{FF2B5EF4-FFF2-40B4-BE49-F238E27FC236}">
                <a16:creationId xmlns:a16="http://schemas.microsoft.com/office/drawing/2014/main" id="{73024F90-940D-450D-A7D6-84D4D6418EA9}"/>
              </a:ext>
            </a:extLst>
          </p:cNvPr>
          <p:cNvSpPr>
            <a:spLocks xmlns:a="http://schemas.openxmlformats.org/drawingml/2006/main" noGrp="1"/>
          </p:cNvSpPr>
          <p:nvPr/>
        </p:nvSpPr>
        <p:spPr>
          <a:xfrm xmlns:a="http://schemas.openxmlformats.org/drawingml/2006/main">
            <a:off x="2390775" y="4133850"/>
            <a:ext cx="285750" cy="171450"/>
          </a:xfrm>
          <a:prstGeom xmlns:a="http://schemas.openxmlformats.org/drawingml/2006/main" prst="rightArrow">
            <a:avLst/>
          </a:prstGeom>
          <a:solidFill xmlns:a="http://schemas.openxmlformats.org/drawingml/2006/main">
            <a:srgbClr val="266BCC"/>
          </a:solidFill>
          <a:ln xmlns:a="http://schemas.openxmlformats.org/drawingml/2006/main" w="0">
            <a:solidFill>
              <a:srgbClr val="266BCC"/>
            </a:solidFill>
            <a:prstDash val="solid"/>
          </a:ln>
        </p:spPr>
      </p:sp>
      <p:sp>
        <p:nvSpPr>
          <p:cNvPr id="14" name="node2-1">
            <a:extLst xmlns:a="http://schemas.openxmlformats.org/drawingml/2006/main">
              <a:ext uri="{FF2B5EF4-FFF2-40B4-BE49-F238E27FC236}">
                <a16:creationId xmlns:a16="http://schemas.microsoft.com/office/drawing/2014/main" id="{E512E918-4417-4016-ABED-63D178010F17}"/>
              </a:ext>
            </a:extLst>
          </p:cNvPr>
          <p:cNvSpPr>
            <a:spLocks xmlns:a="http://schemas.openxmlformats.org/drawingml/2006/main" noGrp="1"/>
          </p:cNvSpPr>
          <p:nvPr/>
        </p:nvSpPr>
        <p:spPr>
          <a:xfrm xmlns:a="http://schemas.openxmlformats.org/drawingml/2006/main">
            <a:off x="2867025" y="3943350"/>
            <a:ext cx="1666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1">
                <a:solidFill>
                  <a:srgbClr val="102B46"/>
                </a:solidFill>
                <a:latin typeface="Bitstream Charter"/>
                <a:ea typeface="Bitstream Charter"/>
                <a:cs typeface="Bitstream Charter"/>
              </a:defRPr>
            </a:defPPr>
            <a:lvl1pPr algn="ctr">
              <a:defRPr sz="1575" b="1">
                <a:solidFill>
                  <a:srgbClr val="102B46"/>
                </a:solidFill>
                <a:latin typeface="Bitstream Charter"/>
                <a:ea typeface="Bitstream Charter"/>
                <a:cs typeface="Bitstream Charter"/>
              </a:defRPr>
            </a:lvl1pPr>
            <a:lvl2pPr algn="ctr">
              <a:defRPr sz="1575" b="1">
                <a:solidFill>
                  <a:srgbClr val="102B46"/>
                </a:solidFill>
                <a:latin typeface="Bitstream Charter"/>
                <a:ea typeface="Bitstream Charter"/>
                <a:cs typeface="Bitstream Charter"/>
              </a:defRPr>
            </a:lvl2pPr>
            <a:lvl3pPr algn="ctr">
              <a:defRPr sz="1575" b="1">
                <a:solidFill>
                  <a:srgbClr val="102B46"/>
                </a:solidFill>
                <a:latin typeface="Bitstream Charter"/>
                <a:ea typeface="Bitstream Charter"/>
                <a:cs typeface="Bitstream Charter"/>
              </a:defRPr>
            </a:lvl3pPr>
            <a:lvl4pPr algn="ctr">
              <a:defRPr sz="1575" b="1">
                <a:solidFill>
                  <a:srgbClr val="102B46"/>
                </a:solidFill>
                <a:latin typeface="Bitstream Charter"/>
                <a:ea typeface="Bitstream Charter"/>
                <a:cs typeface="Bitstream Charter"/>
              </a:defRPr>
            </a:lvl4pPr>
            <a:lvl5pPr algn="ctr">
              <a:defRPr sz="1575" b="1">
                <a:solidFill>
                  <a:srgbClr val="102B46"/>
                </a:solidFill>
                <a:latin typeface="Bitstream Charter"/>
                <a:ea typeface="Bitstream Charter"/>
                <a:cs typeface="Bitstream Charter"/>
              </a:defRPr>
            </a:lvl5pPr>
            <a:lvl6pPr algn="ctr">
              <a:defRPr sz="1575" b="1">
                <a:solidFill>
                  <a:srgbClr val="102B46"/>
                </a:solidFill>
                <a:latin typeface="Bitstream Charter"/>
                <a:ea typeface="Bitstream Charter"/>
                <a:cs typeface="Bitstream Charter"/>
              </a:defRPr>
            </a:lvl6pPr>
            <a:lvl7pPr algn="ctr">
              <a:defRPr sz="1575" b="1">
                <a:solidFill>
                  <a:srgbClr val="102B46"/>
                </a:solidFill>
                <a:latin typeface="Bitstream Charter"/>
                <a:ea typeface="Bitstream Charter"/>
                <a:cs typeface="Bitstream Charter"/>
              </a:defRPr>
            </a:lvl7pPr>
            <a:lvl8pPr algn="ctr">
              <a:defRPr sz="1575" b="1">
                <a:solidFill>
                  <a:srgbClr val="102B46"/>
                </a:solidFill>
                <a:latin typeface="Bitstream Charter"/>
                <a:ea typeface="Bitstream Charter"/>
                <a:cs typeface="Bitstream Charter"/>
              </a:defRPr>
            </a:lvl8pPr>
            <a:lvl9pPr algn="ctr">
              <a:defRPr sz="1575" b="1">
                <a:solidFill>
                  <a:srgbClr val="102B46"/>
                </a:solidFill>
                <a:latin typeface="Bitstream Charter"/>
                <a:ea typeface="Bitstream Charter"/>
                <a:cs typeface="Bitstream Charter"/>
              </a:defRPr>
            </a:lvl9pPr>
          </a:lstStyle>
          <a:p xmlns:a="http://schemas.openxmlformats.org/drawingml/2006/main">
            <a:pPr algn="ctr">
              <a:defRPr sz="1575" b="1">
                <a:solidFill>
                  <a:srgbClr val="102B46"/>
                </a:solidFill>
                <a:latin typeface="Bitstream Charter"/>
                <a:ea typeface="Bitstream Charter"/>
                <a:cs typeface="Bitstream Charter"/>
              </a:defRPr>
            </a:pPr>
            <a:r>
              <a:rPr sz="1575" b="1">
                <a:solidFill>
                  <a:srgbClr val="102B46"/>
                </a:solidFill>
                <a:latin typeface="Bitstream Charter"/>
                <a:ea typeface="Bitstream Charter"/>
                <a:cs typeface="Bitstream Charter"/>
              </a:rPr>
              <a:t>Validity</a:t>
            </a:r>
          </a:p>
          <a:p xmlns:a="http://schemas.openxmlformats.org/drawingml/2006/main">
            <a:pPr algn="ctr">
              <a:defRPr sz="1575" b="1">
                <a:solidFill>
                  <a:srgbClr val="102B46"/>
                </a:solidFill>
                <a:latin typeface="Bitstream Charter"/>
                <a:ea typeface="Bitstream Charter"/>
                <a:cs typeface="Bitstream Charter"/>
              </a:defRPr>
            </a:pPr>
            <a:r>
              <a:rPr sz="1575" b="1">
                <a:solidFill>
                  <a:srgbClr val="102B46"/>
                </a:solidFill>
                <a:latin typeface="Bitstream Charter"/>
                <a:ea typeface="Bitstream Charter"/>
                <a:cs typeface="Bitstream Charter"/>
              </a:rPr>
              <a:t>filter</a:t>
            </a:r>
          </a:p>
        </p:txBody>
      </p:sp>
      <p:sp>
        <p:nvSpPr>
          <p:cNvPr id="15" name="arrow2-1">
            <a:extLst xmlns:a="http://schemas.openxmlformats.org/drawingml/2006/main">
              <a:ext uri="{FF2B5EF4-FFF2-40B4-BE49-F238E27FC236}">
                <a16:creationId xmlns:a16="http://schemas.microsoft.com/office/drawing/2014/main" id="{EA5FC560-E477-438E-94CF-7657E401840F}"/>
              </a:ext>
            </a:extLst>
          </p:cNvPr>
          <p:cNvSpPr>
            <a:spLocks xmlns:a="http://schemas.openxmlformats.org/drawingml/2006/main" noGrp="1"/>
          </p:cNvSpPr>
          <p:nvPr/>
        </p:nvSpPr>
        <p:spPr>
          <a:xfrm xmlns:a="http://schemas.openxmlformats.org/drawingml/2006/main">
            <a:off x="4648200" y="4133850"/>
            <a:ext cx="285750" cy="171450"/>
          </a:xfrm>
          <a:prstGeom xmlns:a="http://schemas.openxmlformats.org/drawingml/2006/main" prst="rightArrow">
            <a:avLst/>
          </a:prstGeom>
          <a:solidFill xmlns:a="http://schemas.openxmlformats.org/drawingml/2006/main">
            <a:srgbClr val="266BCC"/>
          </a:solidFill>
          <a:ln xmlns:a="http://schemas.openxmlformats.org/drawingml/2006/main" w="0">
            <a:solidFill>
              <a:srgbClr val="266BCC"/>
            </a:solidFill>
            <a:prstDash val="solid"/>
          </a:ln>
        </p:spPr>
      </p:sp>
      <p:sp>
        <p:nvSpPr>
          <p:cNvPr id="16" name="node2-2">
            <a:extLst xmlns:a="http://schemas.openxmlformats.org/drawingml/2006/main">
              <a:ext uri="{FF2B5EF4-FFF2-40B4-BE49-F238E27FC236}">
                <a16:creationId xmlns:a16="http://schemas.microsoft.com/office/drawing/2014/main" id="{BD24201E-601E-4EFE-B3EB-9B2AA7584931}"/>
              </a:ext>
            </a:extLst>
          </p:cNvPr>
          <p:cNvSpPr>
            <a:spLocks xmlns:a="http://schemas.openxmlformats.org/drawingml/2006/main" noGrp="1"/>
          </p:cNvSpPr>
          <p:nvPr/>
        </p:nvSpPr>
        <p:spPr>
          <a:xfrm xmlns:a="http://schemas.openxmlformats.org/drawingml/2006/main">
            <a:off x="5124450" y="3943350"/>
            <a:ext cx="1666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1">
                <a:solidFill>
                  <a:srgbClr val="102B46"/>
                </a:solidFill>
                <a:latin typeface="Bitstream Charter"/>
                <a:ea typeface="Bitstream Charter"/>
                <a:cs typeface="Bitstream Charter"/>
              </a:defRPr>
            </a:defPPr>
            <a:lvl1pPr algn="ctr">
              <a:defRPr sz="1575" b="1">
                <a:solidFill>
                  <a:srgbClr val="102B46"/>
                </a:solidFill>
                <a:latin typeface="Bitstream Charter"/>
                <a:ea typeface="Bitstream Charter"/>
                <a:cs typeface="Bitstream Charter"/>
              </a:defRPr>
            </a:lvl1pPr>
            <a:lvl2pPr algn="ctr">
              <a:defRPr sz="1575" b="1">
                <a:solidFill>
                  <a:srgbClr val="102B46"/>
                </a:solidFill>
                <a:latin typeface="Bitstream Charter"/>
                <a:ea typeface="Bitstream Charter"/>
                <a:cs typeface="Bitstream Charter"/>
              </a:defRPr>
            </a:lvl2pPr>
            <a:lvl3pPr algn="ctr">
              <a:defRPr sz="1575" b="1">
                <a:solidFill>
                  <a:srgbClr val="102B46"/>
                </a:solidFill>
                <a:latin typeface="Bitstream Charter"/>
                <a:ea typeface="Bitstream Charter"/>
                <a:cs typeface="Bitstream Charter"/>
              </a:defRPr>
            </a:lvl3pPr>
            <a:lvl4pPr algn="ctr">
              <a:defRPr sz="1575" b="1">
                <a:solidFill>
                  <a:srgbClr val="102B46"/>
                </a:solidFill>
                <a:latin typeface="Bitstream Charter"/>
                <a:ea typeface="Bitstream Charter"/>
                <a:cs typeface="Bitstream Charter"/>
              </a:defRPr>
            </a:lvl4pPr>
            <a:lvl5pPr algn="ctr">
              <a:defRPr sz="1575" b="1">
                <a:solidFill>
                  <a:srgbClr val="102B46"/>
                </a:solidFill>
                <a:latin typeface="Bitstream Charter"/>
                <a:ea typeface="Bitstream Charter"/>
                <a:cs typeface="Bitstream Charter"/>
              </a:defRPr>
            </a:lvl5pPr>
            <a:lvl6pPr algn="ctr">
              <a:defRPr sz="1575" b="1">
                <a:solidFill>
                  <a:srgbClr val="102B46"/>
                </a:solidFill>
                <a:latin typeface="Bitstream Charter"/>
                <a:ea typeface="Bitstream Charter"/>
                <a:cs typeface="Bitstream Charter"/>
              </a:defRPr>
            </a:lvl6pPr>
            <a:lvl7pPr algn="ctr">
              <a:defRPr sz="1575" b="1">
                <a:solidFill>
                  <a:srgbClr val="102B46"/>
                </a:solidFill>
                <a:latin typeface="Bitstream Charter"/>
                <a:ea typeface="Bitstream Charter"/>
                <a:cs typeface="Bitstream Charter"/>
              </a:defRPr>
            </a:lvl7pPr>
            <a:lvl8pPr algn="ctr">
              <a:defRPr sz="1575" b="1">
                <a:solidFill>
                  <a:srgbClr val="102B46"/>
                </a:solidFill>
                <a:latin typeface="Bitstream Charter"/>
                <a:ea typeface="Bitstream Charter"/>
                <a:cs typeface="Bitstream Charter"/>
              </a:defRPr>
            </a:lvl8pPr>
            <a:lvl9pPr algn="ctr">
              <a:defRPr sz="1575" b="1">
                <a:solidFill>
                  <a:srgbClr val="102B46"/>
                </a:solidFill>
                <a:latin typeface="Bitstream Charter"/>
                <a:ea typeface="Bitstream Charter"/>
                <a:cs typeface="Bitstream Charter"/>
              </a:defRPr>
            </a:lvl9pPr>
          </a:lstStyle>
          <a:p xmlns:a="http://schemas.openxmlformats.org/drawingml/2006/main">
            <a:pPr algn="ctr">
              <a:defRPr sz="1575" b="1">
                <a:solidFill>
                  <a:srgbClr val="102B46"/>
                </a:solidFill>
                <a:latin typeface="Bitstream Charter"/>
                <a:ea typeface="Bitstream Charter"/>
                <a:cs typeface="Bitstream Charter"/>
              </a:defRPr>
            </a:pPr>
            <a:r>
              <a:rPr sz="1575" b="1">
                <a:solidFill>
                  <a:srgbClr val="102B46"/>
                </a:solidFill>
                <a:latin typeface="Bitstream Charter"/>
                <a:ea typeface="Bitstream Charter"/>
                <a:cs typeface="Bitstream Charter"/>
              </a:rPr>
              <a:t>Scorer</a:t>
            </a:r>
          </a:p>
        </p:txBody>
      </p:sp>
      <p:sp>
        <p:nvSpPr>
          <p:cNvPr id="17" name="arrow2-2">
            <a:extLst xmlns:a="http://schemas.openxmlformats.org/drawingml/2006/main">
              <a:ext uri="{FF2B5EF4-FFF2-40B4-BE49-F238E27FC236}">
                <a16:creationId xmlns:a16="http://schemas.microsoft.com/office/drawing/2014/main" id="{612895DB-13A6-4B2D-8FA0-F4A8BF1DC398}"/>
              </a:ext>
            </a:extLst>
          </p:cNvPr>
          <p:cNvSpPr>
            <a:spLocks xmlns:a="http://schemas.openxmlformats.org/drawingml/2006/main" noGrp="1"/>
          </p:cNvSpPr>
          <p:nvPr/>
        </p:nvSpPr>
        <p:spPr>
          <a:xfrm xmlns:a="http://schemas.openxmlformats.org/drawingml/2006/main">
            <a:off x="6905625" y="4133850"/>
            <a:ext cx="285750" cy="171450"/>
          </a:xfrm>
          <a:prstGeom xmlns:a="http://schemas.openxmlformats.org/drawingml/2006/main" prst="rightArrow">
            <a:avLst/>
          </a:prstGeom>
          <a:solidFill xmlns:a="http://schemas.openxmlformats.org/drawingml/2006/main">
            <a:srgbClr val="266BCC"/>
          </a:solidFill>
          <a:ln xmlns:a="http://schemas.openxmlformats.org/drawingml/2006/main" w="0">
            <a:solidFill>
              <a:srgbClr val="266BCC"/>
            </a:solidFill>
            <a:prstDash val="solid"/>
          </a:ln>
        </p:spPr>
      </p:sp>
      <p:sp>
        <p:nvSpPr>
          <p:cNvPr id="18" name="node2-3">
            <a:extLst xmlns:a="http://schemas.openxmlformats.org/drawingml/2006/main">
              <a:ext uri="{FF2B5EF4-FFF2-40B4-BE49-F238E27FC236}">
                <a16:creationId xmlns:a16="http://schemas.microsoft.com/office/drawing/2014/main" id="{ECA2E1FE-9EDB-4E53-A36E-EA5DDF203521}"/>
              </a:ext>
            </a:extLst>
          </p:cNvPr>
          <p:cNvSpPr>
            <a:spLocks xmlns:a="http://schemas.openxmlformats.org/drawingml/2006/main" noGrp="1"/>
          </p:cNvSpPr>
          <p:nvPr/>
        </p:nvSpPr>
        <p:spPr>
          <a:xfrm xmlns:a="http://schemas.openxmlformats.org/drawingml/2006/main">
            <a:off x="7381875" y="3943350"/>
            <a:ext cx="1666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1">
                <a:solidFill>
                  <a:srgbClr val="138A96"/>
                </a:solidFill>
                <a:latin typeface="Bitstream Charter"/>
                <a:ea typeface="Bitstream Charter"/>
                <a:cs typeface="Bitstream Charter"/>
              </a:defRPr>
            </a:defPPr>
            <a:lvl1pPr algn="ctr">
              <a:defRPr sz="1575" b="1">
                <a:solidFill>
                  <a:srgbClr val="138A96"/>
                </a:solidFill>
                <a:latin typeface="Bitstream Charter"/>
                <a:ea typeface="Bitstream Charter"/>
                <a:cs typeface="Bitstream Charter"/>
              </a:defRPr>
            </a:lvl1pPr>
            <a:lvl2pPr algn="ctr">
              <a:defRPr sz="1575" b="1">
                <a:solidFill>
                  <a:srgbClr val="138A96"/>
                </a:solidFill>
                <a:latin typeface="Bitstream Charter"/>
                <a:ea typeface="Bitstream Charter"/>
                <a:cs typeface="Bitstream Charter"/>
              </a:defRPr>
            </a:lvl2pPr>
            <a:lvl3pPr algn="ctr">
              <a:defRPr sz="1575" b="1">
                <a:solidFill>
                  <a:srgbClr val="138A96"/>
                </a:solidFill>
                <a:latin typeface="Bitstream Charter"/>
                <a:ea typeface="Bitstream Charter"/>
                <a:cs typeface="Bitstream Charter"/>
              </a:defRPr>
            </a:lvl3pPr>
            <a:lvl4pPr algn="ctr">
              <a:defRPr sz="1575" b="1">
                <a:solidFill>
                  <a:srgbClr val="138A96"/>
                </a:solidFill>
                <a:latin typeface="Bitstream Charter"/>
                <a:ea typeface="Bitstream Charter"/>
                <a:cs typeface="Bitstream Charter"/>
              </a:defRPr>
            </a:lvl4pPr>
            <a:lvl5pPr algn="ctr">
              <a:defRPr sz="1575" b="1">
                <a:solidFill>
                  <a:srgbClr val="138A96"/>
                </a:solidFill>
                <a:latin typeface="Bitstream Charter"/>
                <a:ea typeface="Bitstream Charter"/>
                <a:cs typeface="Bitstream Charter"/>
              </a:defRPr>
            </a:lvl5pPr>
            <a:lvl6pPr algn="ctr">
              <a:defRPr sz="1575" b="1">
                <a:solidFill>
                  <a:srgbClr val="138A96"/>
                </a:solidFill>
                <a:latin typeface="Bitstream Charter"/>
                <a:ea typeface="Bitstream Charter"/>
                <a:cs typeface="Bitstream Charter"/>
              </a:defRPr>
            </a:lvl6pPr>
            <a:lvl7pPr algn="ctr">
              <a:defRPr sz="1575" b="1">
                <a:solidFill>
                  <a:srgbClr val="138A96"/>
                </a:solidFill>
                <a:latin typeface="Bitstream Charter"/>
                <a:ea typeface="Bitstream Charter"/>
                <a:cs typeface="Bitstream Charter"/>
              </a:defRPr>
            </a:lvl7pPr>
            <a:lvl8pPr algn="ctr">
              <a:defRPr sz="1575" b="1">
                <a:solidFill>
                  <a:srgbClr val="138A96"/>
                </a:solidFill>
                <a:latin typeface="Bitstream Charter"/>
                <a:ea typeface="Bitstream Charter"/>
                <a:cs typeface="Bitstream Charter"/>
              </a:defRPr>
            </a:lvl8pPr>
            <a:lvl9pPr algn="ctr">
              <a:defRPr sz="1575" b="1">
                <a:solidFill>
                  <a:srgbClr val="138A96"/>
                </a:solidFill>
                <a:latin typeface="Bitstream Charter"/>
                <a:ea typeface="Bitstream Charter"/>
                <a:cs typeface="Bitstream Charter"/>
              </a:defRPr>
            </a:lvl9pPr>
          </a:lstStyle>
          <a:p xmlns:a="http://schemas.openxmlformats.org/drawingml/2006/main">
            <a:pPr algn="ctr">
              <a:defRPr sz="1575" b="1">
                <a:solidFill>
                  <a:srgbClr val="138A96"/>
                </a:solidFill>
                <a:latin typeface="Bitstream Charter"/>
                <a:ea typeface="Bitstream Charter"/>
                <a:cs typeface="Bitstream Charter"/>
              </a:defRPr>
            </a:pPr>
            <a:r>
              <a:rPr sz="1575" b="1">
                <a:solidFill>
                  <a:srgbClr val="138A96"/>
                </a:solidFill>
                <a:latin typeface="Bitstream Charter"/>
                <a:ea typeface="Bitstream Charter"/>
                <a:cs typeface="Bitstream Charter"/>
              </a:rPr>
              <a:t>One selected</a:t>
            </a:r>
          </a:p>
          <a:p xmlns:a="http://schemas.openxmlformats.org/drawingml/2006/main">
            <a:pPr algn="ctr">
              <a:defRPr sz="1575" b="1">
                <a:solidFill>
                  <a:srgbClr val="138A96"/>
                </a:solidFill>
                <a:latin typeface="Bitstream Charter"/>
                <a:ea typeface="Bitstream Charter"/>
                <a:cs typeface="Bitstream Charter"/>
              </a:defRPr>
            </a:pPr>
            <a:r>
              <a:rPr sz="1575" b="1">
                <a:solidFill>
                  <a:srgbClr val="138A96"/>
                </a:solidFill>
                <a:latin typeface="Bitstream Charter"/>
                <a:ea typeface="Bitstream Charter"/>
                <a:cs typeface="Bitstream Charter"/>
              </a:rPr>
              <a:t>structure</a:t>
            </a:r>
          </a:p>
        </p:txBody>
      </p:sp>
      <p:sp>
        <p:nvSpPr>
          <p:cNvPr id="19" name="arrow2-3">
            <a:extLst xmlns:a="http://schemas.openxmlformats.org/drawingml/2006/main">
              <a:ext uri="{FF2B5EF4-FFF2-40B4-BE49-F238E27FC236}">
                <a16:creationId xmlns:a16="http://schemas.microsoft.com/office/drawing/2014/main" id="{4770D98A-A19C-4E1D-A1DC-5C5822E0B8C0}"/>
              </a:ext>
            </a:extLst>
          </p:cNvPr>
          <p:cNvSpPr>
            <a:spLocks xmlns:a="http://schemas.openxmlformats.org/drawingml/2006/main" noGrp="1"/>
          </p:cNvSpPr>
          <p:nvPr/>
        </p:nvSpPr>
        <p:spPr>
          <a:xfrm xmlns:a="http://schemas.openxmlformats.org/drawingml/2006/main">
            <a:off x="9163050" y="4133850"/>
            <a:ext cx="285750" cy="171450"/>
          </a:xfrm>
          <a:prstGeom xmlns:a="http://schemas.openxmlformats.org/drawingml/2006/main" prst="rightArrow">
            <a:avLst/>
          </a:prstGeom>
          <a:solidFill xmlns:a="http://schemas.openxmlformats.org/drawingml/2006/main">
            <a:srgbClr val="266BCC"/>
          </a:solidFill>
          <a:ln xmlns:a="http://schemas.openxmlformats.org/drawingml/2006/main" w="0">
            <a:solidFill>
              <a:srgbClr val="266BCC"/>
            </a:solidFill>
            <a:prstDash val="solid"/>
          </a:ln>
        </p:spPr>
      </p:sp>
      <p:sp>
        <p:nvSpPr>
          <p:cNvPr id="20" name="node2-4">
            <a:extLst xmlns:a="http://schemas.openxmlformats.org/drawingml/2006/main">
              <a:ext uri="{FF2B5EF4-FFF2-40B4-BE49-F238E27FC236}">
                <a16:creationId xmlns:a16="http://schemas.microsoft.com/office/drawing/2014/main" id="{E12CE625-0CDA-4B60-9FF1-A7E152F01F46}"/>
              </a:ext>
            </a:extLst>
          </p:cNvPr>
          <p:cNvSpPr>
            <a:spLocks xmlns:a="http://schemas.openxmlformats.org/drawingml/2006/main" noGrp="1"/>
          </p:cNvSpPr>
          <p:nvPr/>
        </p:nvSpPr>
        <p:spPr>
          <a:xfrm xmlns:a="http://schemas.openxmlformats.org/drawingml/2006/main">
            <a:off x="9639300" y="3943350"/>
            <a:ext cx="16668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575" b="1">
                <a:solidFill>
                  <a:srgbClr val="138A96"/>
                </a:solidFill>
                <a:latin typeface="Bitstream Charter"/>
                <a:ea typeface="Bitstream Charter"/>
                <a:cs typeface="Bitstream Charter"/>
              </a:defRPr>
            </a:defPPr>
            <a:lvl1pPr algn="ctr">
              <a:defRPr sz="1575" b="1">
                <a:solidFill>
                  <a:srgbClr val="138A96"/>
                </a:solidFill>
                <a:latin typeface="Bitstream Charter"/>
                <a:ea typeface="Bitstream Charter"/>
                <a:cs typeface="Bitstream Charter"/>
              </a:defRPr>
            </a:lvl1pPr>
            <a:lvl2pPr algn="ctr">
              <a:defRPr sz="1575" b="1">
                <a:solidFill>
                  <a:srgbClr val="138A96"/>
                </a:solidFill>
                <a:latin typeface="Bitstream Charter"/>
                <a:ea typeface="Bitstream Charter"/>
                <a:cs typeface="Bitstream Charter"/>
              </a:defRPr>
            </a:lvl2pPr>
            <a:lvl3pPr algn="ctr">
              <a:defRPr sz="1575" b="1">
                <a:solidFill>
                  <a:srgbClr val="138A96"/>
                </a:solidFill>
                <a:latin typeface="Bitstream Charter"/>
                <a:ea typeface="Bitstream Charter"/>
                <a:cs typeface="Bitstream Charter"/>
              </a:defRPr>
            </a:lvl3pPr>
            <a:lvl4pPr algn="ctr">
              <a:defRPr sz="1575" b="1">
                <a:solidFill>
                  <a:srgbClr val="138A96"/>
                </a:solidFill>
                <a:latin typeface="Bitstream Charter"/>
                <a:ea typeface="Bitstream Charter"/>
                <a:cs typeface="Bitstream Charter"/>
              </a:defRPr>
            </a:lvl4pPr>
            <a:lvl5pPr algn="ctr">
              <a:defRPr sz="1575" b="1">
                <a:solidFill>
                  <a:srgbClr val="138A96"/>
                </a:solidFill>
                <a:latin typeface="Bitstream Charter"/>
                <a:ea typeface="Bitstream Charter"/>
                <a:cs typeface="Bitstream Charter"/>
              </a:defRPr>
            </a:lvl5pPr>
            <a:lvl6pPr algn="ctr">
              <a:defRPr sz="1575" b="1">
                <a:solidFill>
                  <a:srgbClr val="138A96"/>
                </a:solidFill>
                <a:latin typeface="Bitstream Charter"/>
                <a:ea typeface="Bitstream Charter"/>
                <a:cs typeface="Bitstream Charter"/>
              </a:defRPr>
            </a:lvl6pPr>
            <a:lvl7pPr algn="ctr">
              <a:defRPr sz="1575" b="1">
                <a:solidFill>
                  <a:srgbClr val="138A96"/>
                </a:solidFill>
                <a:latin typeface="Bitstream Charter"/>
                <a:ea typeface="Bitstream Charter"/>
                <a:cs typeface="Bitstream Charter"/>
              </a:defRPr>
            </a:lvl7pPr>
            <a:lvl8pPr algn="ctr">
              <a:defRPr sz="1575" b="1">
                <a:solidFill>
                  <a:srgbClr val="138A96"/>
                </a:solidFill>
                <a:latin typeface="Bitstream Charter"/>
                <a:ea typeface="Bitstream Charter"/>
                <a:cs typeface="Bitstream Charter"/>
              </a:defRPr>
            </a:lvl8pPr>
            <a:lvl9pPr algn="ctr">
              <a:defRPr sz="1575" b="1">
                <a:solidFill>
                  <a:srgbClr val="138A96"/>
                </a:solidFill>
                <a:latin typeface="Bitstream Charter"/>
                <a:ea typeface="Bitstream Charter"/>
                <a:cs typeface="Bitstream Charter"/>
              </a:defRPr>
            </a:lvl9pPr>
          </a:lstStyle>
          <a:p xmlns:a="http://schemas.openxmlformats.org/drawingml/2006/main">
            <a:pPr algn="ctr">
              <a:defRPr sz="1575" b="1">
                <a:solidFill>
                  <a:srgbClr val="138A96"/>
                </a:solidFill>
                <a:latin typeface="Bitstream Charter"/>
                <a:ea typeface="Bitstream Charter"/>
                <a:cs typeface="Bitstream Charter"/>
              </a:defRPr>
            </a:pPr>
            <a:r>
              <a:rPr sz="1575" b="1">
                <a:solidFill>
                  <a:srgbClr val="138A96"/>
                </a:solidFill>
                <a:latin typeface="Bitstream Charter"/>
                <a:ea typeface="Bitstream Charter"/>
                <a:cs typeface="Bitstream Charter"/>
              </a:rPr>
              <a:t>MADE oracle</a:t>
            </a:r>
          </a:p>
          <a:p xmlns:a="http://schemas.openxmlformats.org/drawingml/2006/main">
            <a:pPr algn="ctr">
              <a:defRPr sz="1575" b="1">
                <a:solidFill>
                  <a:srgbClr val="138A96"/>
                </a:solidFill>
                <a:latin typeface="Bitstream Charter"/>
                <a:ea typeface="Bitstream Charter"/>
                <a:cs typeface="Bitstream Charter"/>
              </a:defRPr>
            </a:pPr>
            <a:r>
              <a:rPr sz="1575" b="1">
                <a:solidFill>
                  <a:srgbClr val="138A96"/>
                </a:solidFill>
                <a:latin typeface="Bitstream Charter"/>
                <a:ea typeface="Bitstream Charter"/>
                <a:cs typeface="Bitstream Charter"/>
              </a:rPr>
              <a:t>feedback</a:t>
            </a:r>
          </a:p>
        </p:txBody>
      </p:sp>
      <p:sp>
        <p:nvSpPr>
          <p:cNvPr id="21" name="loop">
            <a:extLst xmlns:a="http://schemas.openxmlformats.org/drawingml/2006/main">
              <a:ext uri="{FF2B5EF4-FFF2-40B4-BE49-F238E27FC236}">
                <a16:creationId xmlns:a16="http://schemas.microsoft.com/office/drawing/2014/main" id="{FE5114EF-B1DB-4972-85D4-B0653B8FD437}"/>
              </a:ext>
            </a:extLst>
          </p:cNvPr>
          <p:cNvSpPr>
            <a:spLocks xmlns:a="http://schemas.openxmlformats.org/drawingml/2006/main" noGrp="1"/>
          </p:cNvSpPr>
          <p:nvPr/>
        </p:nvSpPr>
        <p:spPr>
          <a:xfrm xmlns:a="http://schemas.openxmlformats.org/drawingml/2006/main">
            <a:off x="10363200" y="4495800"/>
            <a:ext cx="0" cy="609600"/>
          </a:xfrm>
          <a:prstGeom xmlns:a="http://schemas.openxmlformats.org/drawingml/2006/main" prst="line">
            <a:avLst/>
          </a:prstGeom>
          <a:ln xmlns:a="http://schemas.openxmlformats.org/drawingml/2006/main" w="28575">
            <a:solidFill>
              <a:srgbClr val="138A96"/>
            </a:solidFill>
            <a:prstDash val="solid"/>
          </a:ln>
        </p:spPr>
      </p:sp>
      <p:sp>
        <p:nvSpPr>
          <p:cNvPr id="22" name="loop2">
            <a:extLst xmlns:a="http://schemas.openxmlformats.org/drawingml/2006/main">
              <a:ext uri="{FF2B5EF4-FFF2-40B4-BE49-F238E27FC236}">
                <a16:creationId xmlns:a16="http://schemas.microsoft.com/office/drawing/2014/main" id="{660BFE45-B676-478E-9C22-D4E68D183BB9}"/>
              </a:ext>
            </a:extLst>
          </p:cNvPr>
          <p:cNvSpPr>
            <a:spLocks xmlns:a="http://schemas.openxmlformats.org/drawingml/2006/main" noGrp="1"/>
          </p:cNvSpPr>
          <p:nvPr/>
        </p:nvSpPr>
        <p:spPr>
          <a:xfrm xmlns:a="http://schemas.openxmlformats.org/drawingml/2006/main">
            <a:off x="1438275" y="5105400"/>
            <a:ext cx="8924925" cy="0"/>
          </a:xfrm>
          <a:prstGeom xmlns:a="http://schemas.openxmlformats.org/drawingml/2006/main" prst="line">
            <a:avLst/>
          </a:prstGeom>
          <a:ln xmlns:a="http://schemas.openxmlformats.org/drawingml/2006/main" w="28575">
            <a:solidFill>
              <a:srgbClr val="138A96"/>
            </a:solidFill>
            <a:prstDash val="solid"/>
          </a:ln>
        </p:spPr>
      </p:sp>
      <p:sp>
        <p:nvSpPr>
          <p:cNvPr id="23" name="loop-arrow">
            <a:extLst xmlns:a="http://schemas.openxmlformats.org/drawingml/2006/main">
              <a:ext uri="{FF2B5EF4-FFF2-40B4-BE49-F238E27FC236}">
                <a16:creationId xmlns:a16="http://schemas.microsoft.com/office/drawing/2014/main" id="{84D21AB0-5576-4BB0-9E09-27A0622EECBF}"/>
              </a:ext>
            </a:extLst>
          </p:cNvPr>
          <p:cNvSpPr>
            <a:spLocks xmlns:a="http://schemas.openxmlformats.org/drawingml/2006/main" noGrp="1"/>
          </p:cNvSpPr>
          <p:nvPr/>
        </p:nvSpPr>
        <p:spPr>
          <a:xfrm xmlns:a="http://schemas.openxmlformats.org/drawingml/2006/main">
            <a:off x="1285875" y="5019675"/>
            <a:ext cx="285750" cy="171450"/>
          </a:xfrm>
          <a:prstGeom xmlns:a="http://schemas.openxmlformats.org/drawingml/2006/main" prst="leftArrow">
            <a:avLst/>
          </a:prstGeom>
          <a:solidFill xmlns:a="http://schemas.openxmlformats.org/drawingml/2006/main">
            <a:srgbClr val="138A96"/>
          </a:solidFill>
          <a:ln xmlns:a="http://schemas.openxmlformats.org/drawingml/2006/main" w="0">
            <a:solidFill>
              <a:srgbClr val="138A96"/>
            </a:solidFill>
            <a:prstDash val="solid"/>
          </a:ln>
        </p:spPr>
      </p:sp>
      <p:sp>
        <p:nvSpPr>
          <p:cNvPr id="24" name="loop-label">
            <a:extLst xmlns:a="http://schemas.openxmlformats.org/drawingml/2006/main">
              <a:ext uri="{FF2B5EF4-FFF2-40B4-BE49-F238E27FC236}">
                <a16:creationId xmlns:a16="http://schemas.microsoft.com/office/drawing/2014/main" id="{B0D5CE63-45DB-4670-9188-D67393F9DC66}"/>
              </a:ext>
            </a:extLst>
          </p:cNvPr>
          <p:cNvSpPr>
            <a:spLocks xmlns:a="http://schemas.openxmlformats.org/drawingml/2006/main" noGrp="1"/>
          </p:cNvSpPr>
          <p:nvPr/>
        </p:nvSpPr>
        <p:spPr>
          <a:xfrm xmlns:a="http://schemas.openxmlformats.org/drawingml/2006/main">
            <a:off x="609600" y="5314950"/>
            <a:ext cx="685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00" b="1">
                <a:solidFill>
                  <a:srgbClr val="138A96"/>
                </a:solidFill>
                <a:latin typeface="Bitstream Charter"/>
                <a:ea typeface="Bitstream Charter"/>
                <a:cs typeface="Bitstream Charter"/>
              </a:defRPr>
            </a:defPPr>
            <a:lvl1pPr>
              <a:defRPr sz="1800" b="1">
                <a:solidFill>
                  <a:srgbClr val="138A96"/>
                </a:solidFill>
                <a:latin typeface="Bitstream Charter"/>
                <a:ea typeface="Bitstream Charter"/>
                <a:cs typeface="Bitstream Charter"/>
              </a:defRPr>
            </a:lvl1pPr>
            <a:lvl2pPr>
              <a:defRPr sz="1800" b="1">
                <a:solidFill>
                  <a:srgbClr val="138A96"/>
                </a:solidFill>
                <a:latin typeface="Bitstream Charter"/>
                <a:ea typeface="Bitstream Charter"/>
                <a:cs typeface="Bitstream Charter"/>
              </a:defRPr>
            </a:lvl2pPr>
            <a:lvl3pPr>
              <a:defRPr sz="1800" b="1">
                <a:solidFill>
                  <a:srgbClr val="138A96"/>
                </a:solidFill>
                <a:latin typeface="Bitstream Charter"/>
                <a:ea typeface="Bitstream Charter"/>
                <a:cs typeface="Bitstream Charter"/>
              </a:defRPr>
            </a:lvl3pPr>
            <a:lvl4pPr>
              <a:defRPr sz="1800" b="1">
                <a:solidFill>
                  <a:srgbClr val="138A96"/>
                </a:solidFill>
                <a:latin typeface="Bitstream Charter"/>
                <a:ea typeface="Bitstream Charter"/>
                <a:cs typeface="Bitstream Charter"/>
              </a:defRPr>
            </a:lvl4pPr>
            <a:lvl5pPr>
              <a:defRPr sz="1800" b="1">
                <a:solidFill>
                  <a:srgbClr val="138A96"/>
                </a:solidFill>
                <a:latin typeface="Bitstream Charter"/>
                <a:ea typeface="Bitstream Charter"/>
                <a:cs typeface="Bitstream Charter"/>
              </a:defRPr>
            </a:lvl5pPr>
            <a:lvl6pPr>
              <a:defRPr sz="1800" b="1">
                <a:solidFill>
                  <a:srgbClr val="138A96"/>
                </a:solidFill>
                <a:latin typeface="Bitstream Charter"/>
                <a:ea typeface="Bitstream Charter"/>
                <a:cs typeface="Bitstream Charter"/>
              </a:defRPr>
            </a:lvl6pPr>
            <a:lvl7pPr>
              <a:defRPr sz="1800" b="1">
                <a:solidFill>
                  <a:srgbClr val="138A96"/>
                </a:solidFill>
                <a:latin typeface="Bitstream Charter"/>
                <a:ea typeface="Bitstream Charter"/>
                <a:cs typeface="Bitstream Charter"/>
              </a:defRPr>
            </a:lvl7pPr>
            <a:lvl8pPr>
              <a:defRPr sz="1800" b="1">
                <a:solidFill>
                  <a:srgbClr val="138A96"/>
                </a:solidFill>
                <a:latin typeface="Bitstream Charter"/>
                <a:ea typeface="Bitstream Charter"/>
                <a:cs typeface="Bitstream Charter"/>
              </a:defRPr>
            </a:lvl8pPr>
            <a:lvl9pPr>
              <a:defRPr sz="1800" b="1">
                <a:solidFill>
                  <a:srgbClr val="138A96"/>
                </a:solidFill>
                <a:latin typeface="Bitstream Charter"/>
                <a:ea typeface="Bitstream Charter"/>
                <a:cs typeface="Bitstream Charter"/>
              </a:defRPr>
            </a:lvl9pPr>
          </a:lstStyle>
          <a:p xmlns:a="http://schemas.openxmlformats.org/drawingml/2006/main">
            <a:pPr>
              <a:defRPr sz="1800" b="1">
                <a:solidFill>
                  <a:srgbClr val="138A96"/>
                </a:solidFill>
                <a:latin typeface="Bitstream Charter"/>
                <a:ea typeface="Bitstream Charter"/>
                <a:cs typeface="Bitstream Charter"/>
              </a:defRPr>
            </a:pPr>
            <a:r>
              <a:rPr sz="1800" b="1">
                <a:solidFill>
                  <a:srgbClr val="138A96"/>
                </a:solidFill>
                <a:latin typeface="Bitstream Charter"/>
                <a:ea typeface="Bitstream Charter"/>
                <a:cs typeface="Bitstream Charter"/>
              </a:rPr>
              <a:t>Public feedback returns to the next planning step</a:t>
            </a:r>
          </a:p>
        </p:txBody>
      </p:sp>
      <p:sp>
        <p:nvSpPr>
          <p:cNvPr id="25" name="principles">
            <a:extLst xmlns:a="http://schemas.openxmlformats.org/drawingml/2006/main">
              <a:ext uri="{FF2B5EF4-FFF2-40B4-BE49-F238E27FC236}">
                <a16:creationId xmlns:a16="http://schemas.microsoft.com/office/drawing/2014/main" id="{03EB1314-649C-446F-B2CA-A237717DD7D3}"/>
              </a:ext>
            </a:extLst>
          </p:cNvPr>
          <p:cNvSpPr>
            <a:spLocks xmlns:a="http://schemas.openxmlformats.org/drawingml/2006/main" noGrp="1"/>
          </p:cNvSpPr>
          <p:nvPr/>
        </p:nvSpPr>
        <p:spPr>
          <a:xfrm xmlns:a="http://schemas.openxmlformats.org/drawingml/2006/main">
            <a:off x="609600" y="569595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350">
                <a:solidFill>
                  <a:srgbClr val="102B46"/>
                </a:solidFill>
                <a:latin typeface="Bitstream Charter"/>
                <a:ea typeface="Bitstream Charter"/>
                <a:cs typeface="Bitstream Charter"/>
              </a:defRPr>
            </a:defPPr>
            <a:lvl1pPr>
              <a:defRPr sz="1350">
                <a:solidFill>
                  <a:srgbClr val="102B46"/>
                </a:solidFill>
                <a:latin typeface="Bitstream Charter"/>
                <a:ea typeface="Bitstream Charter"/>
                <a:cs typeface="Bitstream Charter"/>
              </a:defRPr>
            </a:lvl1pPr>
            <a:lvl2pPr>
              <a:defRPr sz="1350">
                <a:solidFill>
                  <a:srgbClr val="102B46"/>
                </a:solidFill>
                <a:latin typeface="Bitstream Charter"/>
                <a:ea typeface="Bitstream Charter"/>
                <a:cs typeface="Bitstream Charter"/>
              </a:defRPr>
            </a:lvl2pPr>
            <a:lvl3pPr>
              <a:defRPr sz="1350">
                <a:solidFill>
                  <a:srgbClr val="102B46"/>
                </a:solidFill>
                <a:latin typeface="Bitstream Charter"/>
                <a:ea typeface="Bitstream Charter"/>
                <a:cs typeface="Bitstream Charter"/>
              </a:defRPr>
            </a:lvl3pPr>
            <a:lvl4pPr>
              <a:defRPr sz="1350">
                <a:solidFill>
                  <a:srgbClr val="102B46"/>
                </a:solidFill>
                <a:latin typeface="Bitstream Charter"/>
                <a:ea typeface="Bitstream Charter"/>
                <a:cs typeface="Bitstream Charter"/>
              </a:defRPr>
            </a:lvl4pPr>
            <a:lvl5pPr>
              <a:defRPr sz="1350">
                <a:solidFill>
                  <a:srgbClr val="102B46"/>
                </a:solidFill>
                <a:latin typeface="Bitstream Charter"/>
                <a:ea typeface="Bitstream Charter"/>
                <a:cs typeface="Bitstream Charter"/>
              </a:defRPr>
            </a:lvl5pPr>
            <a:lvl6pPr>
              <a:defRPr sz="1350">
                <a:solidFill>
                  <a:srgbClr val="102B46"/>
                </a:solidFill>
                <a:latin typeface="Bitstream Charter"/>
                <a:ea typeface="Bitstream Charter"/>
                <a:cs typeface="Bitstream Charter"/>
              </a:defRPr>
            </a:lvl6pPr>
            <a:lvl7pPr>
              <a:defRPr sz="1350">
                <a:solidFill>
                  <a:srgbClr val="102B46"/>
                </a:solidFill>
                <a:latin typeface="Bitstream Charter"/>
                <a:ea typeface="Bitstream Charter"/>
                <a:cs typeface="Bitstream Charter"/>
              </a:defRPr>
            </a:lvl7pPr>
            <a:lvl8pPr>
              <a:defRPr sz="1350">
                <a:solidFill>
                  <a:srgbClr val="102B46"/>
                </a:solidFill>
                <a:latin typeface="Bitstream Charter"/>
                <a:ea typeface="Bitstream Charter"/>
                <a:cs typeface="Bitstream Charter"/>
              </a:defRPr>
            </a:lvl8pPr>
            <a:lvl9pPr>
              <a:defRPr sz="1350">
                <a:solidFill>
                  <a:srgbClr val="102B46"/>
                </a:solidFill>
                <a:latin typeface="Bitstream Charter"/>
                <a:ea typeface="Bitstream Charter"/>
                <a:cs typeface="Bitstream Charter"/>
              </a:defRPr>
            </a:lvl9pPr>
          </a:lstStyle>
          <a:p xmlns:a="http://schemas.openxmlformats.org/drawingml/2006/main">
            <a:pPr>
              <a:defRPr sz="1350">
                <a:solidFill>
                  <a:srgbClr val="102B46"/>
                </a:solidFill>
                <a:latin typeface="Bitstream Charter"/>
                <a:ea typeface="Bitstream Charter"/>
                <a:cs typeface="Bitstream Charter"/>
              </a:defRPr>
            </a:pPr>
            <a:r>
              <a:rPr sz="1350">
                <a:solidFill>
                  <a:srgbClr val="102B46"/>
                </a:solidFill>
                <a:latin typeface="Bitstream Charter"/>
                <a:ea typeface="Bitstream Charter"/>
                <a:cs typeface="Bitstream Charter"/>
              </a:rPr>
              <a:t>A2-A5 use independent switches. Stateful components save and restore checkpoint state.</a:t>
            </a:r>
          </a:p>
          <a:p xmlns:a="http://schemas.openxmlformats.org/drawingml/2006/main">
            <a:pPr>
              <a:defRPr sz="1350">
                <a:solidFill>
                  <a:srgbClr val="102B46"/>
                </a:solidFill>
                <a:latin typeface="Bitstream Charter"/>
                <a:ea typeface="Bitstream Charter"/>
                <a:cs typeface="Bitstream Charter"/>
              </a:defRPr>
            </a:pPr>
            <a:r>
              <a:rPr sz="1350">
                <a:solidFill>
                  <a:srgbClr val="102B46"/>
                </a:solidFill>
                <a:latin typeface="Bitstream Charter"/>
                <a:ea typeface="Bitstream Charter"/>
                <a:cs typeface="Bitstream Charter"/>
              </a:rPr>
              <a:t>Proposals use observed feedback only. MADE runner, oracle, and evaluator stay unchanged.</a:t>
            </a:r>
          </a:p>
        </p:txBody>
      </p:sp>
      <p:sp>
        <p:nvSpPr>
          <p:cNvPr id="26" name="footer">
            <a:extLst xmlns:a="http://schemas.openxmlformats.org/drawingml/2006/main">
              <a:ext uri="{FF2B5EF4-FFF2-40B4-BE49-F238E27FC236}">
                <a16:creationId xmlns:a16="http://schemas.microsoft.com/office/drawing/2014/main" id="{0929344B-832E-4CC5-A3AD-50756752076F}"/>
              </a:ext>
            </a:extLst>
          </p:cNvPr>
          <p:cNvSpPr>
            <a:spLocks xmlns:a="http://schemas.openxmlformats.org/drawingml/2006/main" noGrp="1"/>
          </p:cNvSpPr>
          <p:nvPr/>
        </p:nvSpPr>
        <p:spPr>
          <a:xfrm xmlns:a="http://schemas.openxmlformats.org/drawingml/2006/main">
            <a:off x="609600" y="6229350"/>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a:solidFill>
                  <a:srgbClr val="52657A"/>
                </a:solidFill>
                <a:latin typeface="Bitstream Charter"/>
                <a:ea typeface="Bitstream Charter"/>
                <a:cs typeface="Bitstream Charter"/>
              </a:defRPr>
            </a:defPPr>
            <a:lvl1pPr>
              <a:defRPr sz="1500">
                <a:solidFill>
                  <a:srgbClr val="52657A"/>
                </a:solidFill>
                <a:latin typeface="Bitstream Charter"/>
                <a:ea typeface="Bitstream Charter"/>
                <a:cs typeface="Bitstream Charter"/>
              </a:defRPr>
            </a:lvl1pPr>
            <a:lvl2pPr>
              <a:defRPr sz="1500">
                <a:solidFill>
                  <a:srgbClr val="52657A"/>
                </a:solidFill>
                <a:latin typeface="Bitstream Charter"/>
                <a:ea typeface="Bitstream Charter"/>
                <a:cs typeface="Bitstream Charter"/>
              </a:defRPr>
            </a:lvl2pPr>
            <a:lvl3pPr>
              <a:defRPr sz="1500">
                <a:solidFill>
                  <a:srgbClr val="52657A"/>
                </a:solidFill>
                <a:latin typeface="Bitstream Charter"/>
                <a:ea typeface="Bitstream Charter"/>
                <a:cs typeface="Bitstream Charter"/>
              </a:defRPr>
            </a:lvl3pPr>
            <a:lvl4pPr>
              <a:defRPr sz="1500">
                <a:solidFill>
                  <a:srgbClr val="52657A"/>
                </a:solidFill>
                <a:latin typeface="Bitstream Charter"/>
                <a:ea typeface="Bitstream Charter"/>
                <a:cs typeface="Bitstream Charter"/>
              </a:defRPr>
            </a:lvl4pPr>
            <a:lvl5pPr>
              <a:defRPr sz="1500">
                <a:solidFill>
                  <a:srgbClr val="52657A"/>
                </a:solidFill>
                <a:latin typeface="Bitstream Charter"/>
                <a:ea typeface="Bitstream Charter"/>
                <a:cs typeface="Bitstream Charter"/>
              </a:defRPr>
            </a:lvl5pPr>
            <a:lvl6pPr>
              <a:defRPr sz="1500">
                <a:solidFill>
                  <a:srgbClr val="52657A"/>
                </a:solidFill>
                <a:latin typeface="Bitstream Charter"/>
                <a:ea typeface="Bitstream Charter"/>
                <a:cs typeface="Bitstream Charter"/>
              </a:defRPr>
            </a:lvl6pPr>
            <a:lvl7pPr>
              <a:defRPr sz="1500">
                <a:solidFill>
                  <a:srgbClr val="52657A"/>
                </a:solidFill>
                <a:latin typeface="Bitstream Charter"/>
                <a:ea typeface="Bitstream Charter"/>
                <a:cs typeface="Bitstream Charter"/>
              </a:defRPr>
            </a:lvl7pPr>
            <a:lvl8pPr>
              <a:defRPr sz="1500">
                <a:solidFill>
                  <a:srgbClr val="52657A"/>
                </a:solidFill>
                <a:latin typeface="Bitstream Charter"/>
                <a:ea typeface="Bitstream Charter"/>
                <a:cs typeface="Bitstream Charter"/>
              </a:defRPr>
            </a:lvl8pPr>
            <a:lvl9pPr>
              <a:defRPr sz="1500">
                <a:solidFill>
                  <a:srgbClr val="52657A"/>
                </a:solidFill>
                <a:latin typeface="Bitstream Charter"/>
                <a:ea typeface="Bitstream Charter"/>
                <a:cs typeface="Bitstream Charter"/>
              </a:defRPr>
            </a:lvl9pPr>
          </a:lstStyle>
          <a:p xmlns:a="http://schemas.openxmlformats.org/drawingml/2006/main">
            <a:pPr>
              <a:defRPr sz="1500">
                <a:solidFill>
                  <a:srgbClr val="52657A"/>
                </a:solidFill>
                <a:latin typeface="Bitstream Charter"/>
                <a:ea typeface="Bitstream Charter"/>
                <a:cs typeface="Bitstream Charter"/>
              </a:defRPr>
            </a:pPr>
            <a:r>
              <a:rPr sz="1500">
                <a:solidFill>
                  <a:srgbClr val="52657A"/>
                </a:solidFill>
                <a:latin typeface="Bitstream Charter"/>
                <a:ea typeface="Bitstream Charter"/>
                <a:cs typeface="Bitstream Charter"/>
              </a:rPr>
              <a:t>A1 contribution | component slots, checkpoint state, and the unchanged scientific loop</a:t>
            </a:r>
          </a:p>
        </p:txBody>
      </p:sp>
    </p:spTree>
    <p:extLst>
      <p:ext uri="{BB962C8B-B14F-4D97-AF65-F5344CB8AC3E}">
        <p14:creationId xmlns:p14="http://schemas.microsoft.com/office/powerpoint/2010/main" val="132812427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title">
            <a:extLst xmlns:a="http://schemas.openxmlformats.org/drawingml/2006/main">
              <a:ext uri="{FF2B5EF4-FFF2-40B4-BE49-F238E27FC236}">
                <a16:creationId xmlns:a16="http://schemas.microsoft.com/office/drawing/2014/main" id="{9FC6979C-7EC4-42C9-B5D8-FB5802B7AEDC}"/>
              </a:ext>
            </a:extLst>
          </p:cNvPr>
          <p:cNvSpPr>
            <a:spLocks xmlns:a="http://schemas.openxmlformats.org/drawingml/2006/main" noGrp="1"/>
          </p:cNvSpPr>
          <p:nvPr/>
        </p:nvSpPr>
        <p:spPr>
          <a:xfrm xmlns:a="http://schemas.openxmlformats.org/drawingml/2006/main">
            <a:off x="609600" y="45720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3300" b="1">
                <a:solidFill>
                  <a:srgbClr val="102B46"/>
                </a:solidFill>
                <a:latin typeface="Bitstream Charter"/>
                <a:ea typeface="Bitstream Charter"/>
                <a:cs typeface="Bitstream Charter"/>
              </a:defRPr>
            </a:defPPr>
            <a:lvl1pPr>
              <a:defRPr sz="3300" b="1">
                <a:solidFill>
                  <a:srgbClr val="102B46"/>
                </a:solidFill>
                <a:latin typeface="Bitstream Charter"/>
                <a:ea typeface="Bitstream Charter"/>
                <a:cs typeface="Bitstream Charter"/>
              </a:defRPr>
            </a:lvl1pPr>
            <a:lvl2pPr>
              <a:defRPr sz="3300" b="1">
                <a:solidFill>
                  <a:srgbClr val="102B46"/>
                </a:solidFill>
                <a:latin typeface="Bitstream Charter"/>
                <a:ea typeface="Bitstream Charter"/>
                <a:cs typeface="Bitstream Charter"/>
              </a:defRPr>
            </a:lvl2pPr>
            <a:lvl3pPr>
              <a:defRPr sz="3300" b="1">
                <a:solidFill>
                  <a:srgbClr val="102B46"/>
                </a:solidFill>
                <a:latin typeface="Bitstream Charter"/>
                <a:ea typeface="Bitstream Charter"/>
                <a:cs typeface="Bitstream Charter"/>
              </a:defRPr>
            </a:lvl3pPr>
            <a:lvl4pPr>
              <a:defRPr sz="3300" b="1">
                <a:solidFill>
                  <a:srgbClr val="102B46"/>
                </a:solidFill>
                <a:latin typeface="Bitstream Charter"/>
                <a:ea typeface="Bitstream Charter"/>
                <a:cs typeface="Bitstream Charter"/>
              </a:defRPr>
            </a:lvl4pPr>
            <a:lvl5pPr>
              <a:defRPr sz="3300" b="1">
                <a:solidFill>
                  <a:srgbClr val="102B46"/>
                </a:solidFill>
                <a:latin typeface="Bitstream Charter"/>
                <a:ea typeface="Bitstream Charter"/>
                <a:cs typeface="Bitstream Charter"/>
              </a:defRPr>
            </a:lvl5pPr>
            <a:lvl6pPr>
              <a:defRPr sz="3300" b="1">
                <a:solidFill>
                  <a:srgbClr val="102B46"/>
                </a:solidFill>
                <a:latin typeface="Bitstream Charter"/>
                <a:ea typeface="Bitstream Charter"/>
                <a:cs typeface="Bitstream Charter"/>
              </a:defRPr>
            </a:lvl6pPr>
            <a:lvl7pPr>
              <a:defRPr sz="3300" b="1">
                <a:solidFill>
                  <a:srgbClr val="102B46"/>
                </a:solidFill>
                <a:latin typeface="Bitstream Charter"/>
                <a:ea typeface="Bitstream Charter"/>
                <a:cs typeface="Bitstream Charter"/>
              </a:defRPr>
            </a:lvl7pPr>
            <a:lvl8pPr>
              <a:defRPr sz="3300" b="1">
                <a:solidFill>
                  <a:srgbClr val="102B46"/>
                </a:solidFill>
                <a:latin typeface="Bitstream Charter"/>
                <a:ea typeface="Bitstream Charter"/>
                <a:cs typeface="Bitstream Charter"/>
              </a:defRPr>
            </a:lvl8pPr>
            <a:lvl9pPr>
              <a:defRPr sz="3300" b="1">
                <a:solidFill>
                  <a:srgbClr val="102B46"/>
                </a:solidFill>
                <a:latin typeface="Bitstream Charter"/>
                <a:ea typeface="Bitstream Charter"/>
                <a:cs typeface="Bitstream Charter"/>
              </a:defRPr>
            </a:lvl9pPr>
          </a:lstStyle>
          <a:p xmlns:a="http://schemas.openxmlformats.org/drawingml/2006/main">
            <a:pPr>
              <a:defRPr sz="3300" b="1">
                <a:solidFill>
                  <a:srgbClr val="102B46"/>
                </a:solidFill>
                <a:latin typeface="Bitstream Charter"/>
                <a:ea typeface="Bitstream Charter"/>
                <a:cs typeface="Bitstream Charter"/>
              </a:defRPr>
            </a:pPr>
            <a:r>
              <a:rPr sz="3300" b="1">
                <a:solidFill>
                  <a:srgbClr val="102B46"/>
                </a:solidFill>
                <a:latin typeface="Bitstream Charter"/>
                <a:ea typeface="Bitstream Charter"/>
                <a:cs typeface="Bitstream Charter"/>
              </a:rPr>
              <a:t>Query budget, checkpointing, and evidence</a:t>
            </a:r>
          </a:p>
        </p:txBody>
      </p:sp>
      <p:sp>
        <p:nvSpPr>
          <p:cNvPr id="2" name="key">
            <a:extLst xmlns:a="http://schemas.openxmlformats.org/drawingml/2006/main">
              <a:ext uri="{FF2B5EF4-FFF2-40B4-BE49-F238E27FC236}">
                <a16:creationId xmlns:a16="http://schemas.microsoft.com/office/drawing/2014/main" id="{A65A13E0-8D97-4757-AAF2-9B7A4D4908F1}"/>
              </a:ext>
            </a:extLst>
          </p:cNvPr>
          <p:cNvSpPr>
            <a:spLocks xmlns:a="http://schemas.openxmlformats.org/drawingml/2006/main" noGrp="1"/>
          </p:cNvSpPr>
          <p:nvPr/>
        </p:nvSpPr>
        <p:spPr>
          <a:xfrm xmlns:a="http://schemas.openxmlformats.org/drawingml/2006/main">
            <a:off x="609600" y="1743075"/>
            <a:ext cx="109728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250" b="1">
                <a:solidFill>
                  <a:srgbClr val="266BCC"/>
                </a:solidFill>
                <a:latin typeface="Bitstream Charter"/>
                <a:ea typeface="Bitstream Charter"/>
                <a:cs typeface="Bitstream Charter"/>
              </a:defRPr>
            </a:defPPr>
            <a:lvl1pPr>
              <a:defRPr sz="2250" b="1">
                <a:solidFill>
                  <a:srgbClr val="266BCC"/>
                </a:solidFill>
                <a:latin typeface="Bitstream Charter"/>
                <a:ea typeface="Bitstream Charter"/>
                <a:cs typeface="Bitstream Charter"/>
              </a:defRPr>
            </a:lvl1pPr>
            <a:lvl2pPr>
              <a:defRPr sz="2250" b="1">
                <a:solidFill>
                  <a:srgbClr val="266BCC"/>
                </a:solidFill>
                <a:latin typeface="Bitstream Charter"/>
                <a:ea typeface="Bitstream Charter"/>
                <a:cs typeface="Bitstream Charter"/>
              </a:defRPr>
            </a:lvl2pPr>
            <a:lvl3pPr>
              <a:defRPr sz="2250" b="1">
                <a:solidFill>
                  <a:srgbClr val="266BCC"/>
                </a:solidFill>
                <a:latin typeface="Bitstream Charter"/>
                <a:ea typeface="Bitstream Charter"/>
                <a:cs typeface="Bitstream Charter"/>
              </a:defRPr>
            </a:lvl3pPr>
            <a:lvl4pPr>
              <a:defRPr sz="2250" b="1">
                <a:solidFill>
                  <a:srgbClr val="266BCC"/>
                </a:solidFill>
                <a:latin typeface="Bitstream Charter"/>
                <a:ea typeface="Bitstream Charter"/>
                <a:cs typeface="Bitstream Charter"/>
              </a:defRPr>
            </a:lvl4pPr>
            <a:lvl5pPr>
              <a:defRPr sz="2250" b="1">
                <a:solidFill>
                  <a:srgbClr val="266BCC"/>
                </a:solidFill>
                <a:latin typeface="Bitstream Charter"/>
                <a:ea typeface="Bitstream Charter"/>
                <a:cs typeface="Bitstream Charter"/>
              </a:defRPr>
            </a:lvl5pPr>
            <a:lvl6pPr>
              <a:defRPr sz="2250" b="1">
                <a:solidFill>
                  <a:srgbClr val="266BCC"/>
                </a:solidFill>
                <a:latin typeface="Bitstream Charter"/>
                <a:ea typeface="Bitstream Charter"/>
                <a:cs typeface="Bitstream Charter"/>
              </a:defRPr>
            </a:lvl6pPr>
            <a:lvl7pPr>
              <a:defRPr sz="2250" b="1">
                <a:solidFill>
                  <a:srgbClr val="266BCC"/>
                </a:solidFill>
                <a:latin typeface="Bitstream Charter"/>
                <a:ea typeface="Bitstream Charter"/>
                <a:cs typeface="Bitstream Charter"/>
              </a:defRPr>
            </a:lvl7pPr>
            <a:lvl8pPr>
              <a:defRPr sz="2250" b="1">
                <a:solidFill>
                  <a:srgbClr val="266BCC"/>
                </a:solidFill>
                <a:latin typeface="Bitstream Charter"/>
                <a:ea typeface="Bitstream Charter"/>
                <a:cs typeface="Bitstream Charter"/>
              </a:defRPr>
            </a:lvl8pPr>
            <a:lvl9pPr>
              <a:defRPr sz="2250" b="1">
                <a:solidFill>
                  <a:srgbClr val="266BCC"/>
                </a:solidFill>
                <a:latin typeface="Bitstream Charter"/>
                <a:ea typeface="Bitstream Charter"/>
                <a:cs typeface="Bitstream Charter"/>
              </a:defRPr>
            </a:lvl9pPr>
          </a:lstStyle>
          <a:p xmlns:a="http://schemas.openxmlformats.org/drawingml/2006/main">
            <a:pPr>
              <a:defRPr sz="2250" b="1">
                <a:solidFill>
                  <a:srgbClr val="266BCC"/>
                </a:solidFill>
                <a:latin typeface="Bitstream Charter"/>
                <a:ea typeface="Bitstream Charter"/>
                <a:cs typeface="Bitstream Charter"/>
              </a:defRPr>
            </a:pPr>
            <a:r>
              <a:rPr sz="2250" b="1">
                <a:solidFill>
                  <a:srgbClr val="266BCC"/>
                </a:solidFill>
                <a:latin typeface="Bitstream Charter"/>
                <a:ea typeface="Bitstream Charter"/>
                <a:cs typeface="Bitstream Charter"/>
              </a:rPr>
              <a:t>The environment enforces B = 20 queries per episode</a:t>
            </a:r>
          </a:p>
        </p:txBody>
      </p:sp>
      <p:sp>
        <p:nvSpPr>
          <p:cNvPr id="3" name="budget-0">
            <a:extLst xmlns:a="http://schemas.openxmlformats.org/drawingml/2006/main">
              <a:ext uri="{FF2B5EF4-FFF2-40B4-BE49-F238E27FC236}">
                <a16:creationId xmlns:a16="http://schemas.microsoft.com/office/drawing/2014/main" id="{B29EB7CF-363B-41E7-B8EE-85A36602A68C}"/>
              </a:ext>
            </a:extLst>
          </p:cNvPr>
          <p:cNvSpPr>
            <a:spLocks xmlns:a="http://schemas.openxmlformats.org/drawingml/2006/main" noGrp="1"/>
          </p:cNvSpPr>
          <p:nvPr/>
        </p:nvSpPr>
        <p:spPr>
          <a:xfrm xmlns:a="http://schemas.openxmlformats.org/drawingml/2006/main">
            <a:off x="609600" y="2724150"/>
            <a:ext cx="1790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725" b="1">
                <a:solidFill>
                  <a:srgbClr val="266BCC"/>
                </a:solidFill>
                <a:latin typeface="Bitstream Charter"/>
                <a:ea typeface="Bitstream Charter"/>
                <a:cs typeface="Bitstream Charter"/>
              </a:defRPr>
            </a:defPPr>
            <a:lvl1pPr algn="ctr">
              <a:defRPr sz="1725" b="1">
                <a:solidFill>
                  <a:srgbClr val="266BCC"/>
                </a:solidFill>
                <a:latin typeface="Bitstream Charter"/>
                <a:ea typeface="Bitstream Charter"/>
                <a:cs typeface="Bitstream Charter"/>
              </a:defRPr>
            </a:lvl1pPr>
            <a:lvl2pPr algn="ctr">
              <a:defRPr sz="1725" b="1">
                <a:solidFill>
                  <a:srgbClr val="266BCC"/>
                </a:solidFill>
                <a:latin typeface="Bitstream Charter"/>
                <a:ea typeface="Bitstream Charter"/>
                <a:cs typeface="Bitstream Charter"/>
              </a:defRPr>
            </a:lvl2pPr>
            <a:lvl3pPr algn="ctr">
              <a:defRPr sz="1725" b="1">
                <a:solidFill>
                  <a:srgbClr val="266BCC"/>
                </a:solidFill>
                <a:latin typeface="Bitstream Charter"/>
                <a:ea typeface="Bitstream Charter"/>
                <a:cs typeface="Bitstream Charter"/>
              </a:defRPr>
            </a:lvl3pPr>
            <a:lvl4pPr algn="ctr">
              <a:defRPr sz="1725" b="1">
                <a:solidFill>
                  <a:srgbClr val="266BCC"/>
                </a:solidFill>
                <a:latin typeface="Bitstream Charter"/>
                <a:ea typeface="Bitstream Charter"/>
                <a:cs typeface="Bitstream Charter"/>
              </a:defRPr>
            </a:lvl4pPr>
            <a:lvl5pPr algn="ctr">
              <a:defRPr sz="1725" b="1">
                <a:solidFill>
                  <a:srgbClr val="266BCC"/>
                </a:solidFill>
                <a:latin typeface="Bitstream Charter"/>
                <a:ea typeface="Bitstream Charter"/>
                <a:cs typeface="Bitstream Charter"/>
              </a:defRPr>
            </a:lvl5pPr>
            <a:lvl6pPr algn="ctr">
              <a:defRPr sz="1725" b="1">
                <a:solidFill>
                  <a:srgbClr val="266BCC"/>
                </a:solidFill>
                <a:latin typeface="Bitstream Charter"/>
                <a:ea typeface="Bitstream Charter"/>
                <a:cs typeface="Bitstream Charter"/>
              </a:defRPr>
            </a:lvl6pPr>
            <a:lvl7pPr algn="ctr">
              <a:defRPr sz="1725" b="1">
                <a:solidFill>
                  <a:srgbClr val="266BCC"/>
                </a:solidFill>
                <a:latin typeface="Bitstream Charter"/>
                <a:ea typeface="Bitstream Charter"/>
                <a:cs typeface="Bitstream Charter"/>
              </a:defRPr>
            </a:lvl7pPr>
            <a:lvl8pPr algn="ctr">
              <a:defRPr sz="1725" b="1">
                <a:solidFill>
                  <a:srgbClr val="266BCC"/>
                </a:solidFill>
                <a:latin typeface="Bitstream Charter"/>
                <a:ea typeface="Bitstream Charter"/>
                <a:cs typeface="Bitstream Charter"/>
              </a:defRPr>
            </a:lvl8pPr>
            <a:lvl9pPr algn="ctr">
              <a:defRPr sz="1725" b="1">
                <a:solidFill>
                  <a:srgbClr val="266BCC"/>
                </a:solidFill>
                <a:latin typeface="Bitstream Charter"/>
                <a:ea typeface="Bitstream Charter"/>
                <a:cs typeface="Bitstream Charter"/>
              </a:defRPr>
            </a:lvl9pPr>
          </a:lstStyle>
          <a:p xmlns:a="http://schemas.openxmlformats.org/drawingml/2006/main">
            <a:pPr algn="ctr">
              <a:defRPr sz="1725" b="1">
                <a:solidFill>
                  <a:srgbClr val="266BCC"/>
                </a:solidFill>
                <a:latin typeface="Bitstream Charter"/>
                <a:ea typeface="Bitstream Charter"/>
                <a:cs typeface="Bitstream Charter"/>
              </a:defRPr>
            </a:pPr>
            <a:r>
              <a:rPr sz="1725" b="1">
                <a:solidFill>
                  <a:srgbClr val="266BCC"/>
                </a:solidFill>
                <a:latin typeface="Bitstream Charter"/>
                <a:ea typeface="Bitstream Charter"/>
                <a:cs typeface="Bitstream Charter"/>
              </a:rPr>
              <a:t>B = 20</a:t>
            </a:r>
          </a:p>
          <a:p xmlns:a="http://schemas.openxmlformats.org/drawingml/2006/main">
            <a:pPr algn="ctr">
              <a:defRPr sz="1725" b="1">
                <a:solidFill>
                  <a:srgbClr val="266BCC"/>
                </a:solidFill>
                <a:latin typeface="Bitstream Charter"/>
                <a:ea typeface="Bitstream Charter"/>
                <a:cs typeface="Bitstream Charter"/>
              </a:defRPr>
            </a:pPr>
            <a:r>
              <a:rPr sz="1725" b="1">
                <a:solidFill>
                  <a:srgbClr val="266BCC"/>
                </a:solidFill>
                <a:latin typeface="Bitstream Charter"/>
                <a:ea typeface="Bitstream Charter"/>
                <a:cs typeface="Bitstream Charter"/>
              </a:rPr>
              <a:t>queries</a:t>
            </a:r>
          </a:p>
        </p:txBody>
      </p:sp>
      <p:sp>
        <p:nvSpPr>
          <p:cNvPr id="4" name="budget-arrow-0">
            <a:extLst xmlns:a="http://schemas.openxmlformats.org/drawingml/2006/main">
              <a:ext uri="{FF2B5EF4-FFF2-40B4-BE49-F238E27FC236}">
                <a16:creationId xmlns:a16="http://schemas.microsoft.com/office/drawing/2014/main" id="{F91EC8B9-02FD-426E-A475-A3098C5ABD83}"/>
              </a:ext>
            </a:extLst>
          </p:cNvPr>
          <p:cNvSpPr>
            <a:spLocks xmlns:a="http://schemas.openxmlformats.org/drawingml/2006/main" noGrp="1"/>
          </p:cNvSpPr>
          <p:nvPr/>
        </p:nvSpPr>
        <p:spPr>
          <a:xfrm xmlns:a="http://schemas.openxmlformats.org/drawingml/2006/main">
            <a:off x="2495550" y="2914650"/>
            <a:ext cx="266700" cy="171450"/>
          </a:xfrm>
          <a:prstGeom xmlns:a="http://schemas.openxmlformats.org/drawingml/2006/main" prst="rightArrow">
            <a:avLst/>
          </a:prstGeom>
          <a:solidFill xmlns:a="http://schemas.openxmlformats.org/drawingml/2006/main">
            <a:srgbClr val="266BCC"/>
          </a:solidFill>
          <a:ln xmlns:a="http://schemas.openxmlformats.org/drawingml/2006/main" w="0">
            <a:solidFill>
              <a:srgbClr val="266BCC"/>
            </a:solidFill>
            <a:prstDash val="solid"/>
          </a:ln>
        </p:spPr>
      </p:sp>
      <p:sp>
        <p:nvSpPr>
          <p:cNvPr id="5" name="budget-1">
            <a:extLst xmlns:a="http://schemas.openxmlformats.org/drawingml/2006/main">
              <a:ext uri="{FF2B5EF4-FFF2-40B4-BE49-F238E27FC236}">
                <a16:creationId xmlns:a16="http://schemas.microsoft.com/office/drawing/2014/main" id="{FAA64A4B-5A2C-4E11-9473-938FB085EE3C}"/>
              </a:ext>
            </a:extLst>
          </p:cNvPr>
          <p:cNvSpPr>
            <a:spLocks xmlns:a="http://schemas.openxmlformats.org/drawingml/2006/main" noGrp="1"/>
          </p:cNvSpPr>
          <p:nvPr/>
        </p:nvSpPr>
        <p:spPr>
          <a:xfrm xmlns:a="http://schemas.openxmlformats.org/drawingml/2006/main">
            <a:off x="2914650" y="2724150"/>
            <a:ext cx="1790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725" b="1">
                <a:solidFill>
                  <a:srgbClr val="102B46"/>
                </a:solidFill>
                <a:latin typeface="Bitstream Charter"/>
                <a:ea typeface="Bitstream Charter"/>
                <a:cs typeface="Bitstream Charter"/>
              </a:defRPr>
            </a:defPPr>
            <a:lvl1pPr algn="ctr">
              <a:defRPr sz="1725" b="1">
                <a:solidFill>
                  <a:srgbClr val="102B46"/>
                </a:solidFill>
                <a:latin typeface="Bitstream Charter"/>
                <a:ea typeface="Bitstream Charter"/>
                <a:cs typeface="Bitstream Charter"/>
              </a:defRPr>
            </a:lvl1pPr>
            <a:lvl2pPr algn="ctr">
              <a:defRPr sz="1725" b="1">
                <a:solidFill>
                  <a:srgbClr val="102B46"/>
                </a:solidFill>
                <a:latin typeface="Bitstream Charter"/>
                <a:ea typeface="Bitstream Charter"/>
                <a:cs typeface="Bitstream Charter"/>
              </a:defRPr>
            </a:lvl2pPr>
            <a:lvl3pPr algn="ctr">
              <a:defRPr sz="1725" b="1">
                <a:solidFill>
                  <a:srgbClr val="102B46"/>
                </a:solidFill>
                <a:latin typeface="Bitstream Charter"/>
                <a:ea typeface="Bitstream Charter"/>
                <a:cs typeface="Bitstream Charter"/>
              </a:defRPr>
            </a:lvl3pPr>
            <a:lvl4pPr algn="ctr">
              <a:defRPr sz="1725" b="1">
                <a:solidFill>
                  <a:srgbClr val="102B46"/>
                </a:solidFill>
                <a:latin typeface="Bitstream Charter"/>
                <a:ea typeface="Bitstream Charter"/>
                <a:cs typeface="Bitstream Charter"/>
              </a:defRPr>
            </a:lvl4pPr>
            <a:lvl5pPr algn="ctr">
              <a:defRPr sz="1725" b="1">
                <a:solidFill>
                  <a:srgbClr val="102B46"/>
                </a:solidFill>
                <a:latin typeface="Bitstream Charter"/>
                <a:ea typeface="Bitstream Charter"/>
                <a:cs typeface="Bitstream Charter"/>
              </a:defRPr>
            </a:lvl5pPr>
            <a:lvl6pPr algn="ctr">
              <a:defRPr sz="1725" b="1">
                <a:solidFill>
                  <a:srgbClr val="102B46"/>
                </a:solidFill>
                <a:latin typeface="Bitstream Charter"/>
                <a:ea typeface="Bitstream Charter"/>
                <a:cs typeface="Bitstream Charter"/>
              </a:defRPr>
            </a:lvl6pPr>
            <a:lvl7pPr algn="ctr">
              <a:defRPr sz="1725" b="1">
                <a:solidFill>
                  <a:srgbClr val="102B46"/>
                </a:solidFill>
                <a:latin typeface="Bitstream Charter"/>
                <a:ea typeface="Bitstream Charter"/>
                <a:cs typeface="Bitstream Charter"/>
              </a:defRPr>
            </a:lvl7pPr>
            <a:lvl8pPr algn="ctr">
              <a:defRPr sz="1725" b="1">
                <a:solidFill>
                  <a:srgbClr val="102B46"/>
                </a:solidFill>
                <a:latin typeface="Bitstream Charter"/>
                <a:ea typeface="Bitstream Charter"/>
                <a:cs typeface="Bitstream Charter"/>
              </a:defRPr>
            </a:lvl8pPr>
            <a:lvl9pPr algn="ctr">
              <a:defRPr sz="1725" b="1">
                <a:solidFill>
                  <a:srgbClr val="102B46"/>
                </a:solidFill>
                <a:latin typeface="Bitstream Charter"/>
                <a:ea typeface="Bitstream Charter"/>
                <a:cs typeface="Bitstream Charter"/>
              </a:defRPr>
            </a:lvl9pPr>
          </a:lstStyle>
          <a:p xmlns:a="http://schemas.openxmlformats.org/drawingml/2006/main">
            <a:pPr algn="ctr">
              <a:defRPr sz="1725" b="1">
                <a:solidFill>
                  <a:srgbClr val="102B46"/>
                </a:solidFill>
                <a:latin typeface="Bitstream Charter"/>
                <a:ea typeface="Bitstream Charter"/>
                <a:cs typeface="Bitstream Charter"/>
              </a:defRPr>
            </a:pPr>
            <a:r>
              <a:rPr sz="1725" b="1">
                <a:solidFill>
                  <a:srgbClr val="102B46"/>
                </a:solidFill>
                <a:latin typeface="Bitstream Charter"/>
                <a:ea typeface="Bitstream Charter"/>
                <a:cs typeface="Bitstream Charter"/>
              </a:rPr>
              <a:t>Remaining</a:t>
            </a:r>
          </a:p>
          <a:p xmlns:a="http://schemas.openxmlformats.org/drawingml/2006/main">
            <a:pPr algn="ctr">
              <a:defRPr sz="1725" b="1">
                <a:solidFill>
                  <a:srgbClr val="102B46"/>
                </a:solidFill>
                <a:latin typeface="Bitstream Charter"/>
                <a:ea typeface="Bitstream Charter"/>
                <a:cs typeface="Bitstream Charter"/>
              </a:defRPr>
            </a:pPr>
            <a:r>
              <a:rPr sz="1725" b="1">
                <a:solidFill>
                  <a:srgbClr val="102B46"/>
                </a:solidFill>
                <a:latin typeface="Bitstream Charter"/>
                <a:ea typeface="Bitstream Charter"/>
                <a:cs typeface="Bitstream Charter"/>
              </a:rPr>
              <a:t>budget</a:t>
            </a:r>
          </a:p>
        </p:txBody>
      </p:sp>
      <p:sp>
        <p:nvSpPr>
          <p:cNvPr id="6" name="budget-arrow-1">
            <a:extLst xmlns:a="http://schemas.openxmlformats.org/drawingml/2006/main">
              <a:ext uri="{FF2B5EF4-FFF2-40B4-BE49-F238E27FC236}">
                <a16:creationId xmlns:a16="http://schemas.microsoft.com/office/drawing/2014/main" id="{AC1EAAA3-F6EB-4B4E-B2C3-F30812F57622}"/>
              </a:ext>
            </a:extLst>
          </p:cNvPr>
          <p:cNvSpPr>
            <a:spLocks xmlns:a="http://schemas.openxmlformats.org/drawingml/2006/main" noGrp="1"/>
          </p:cNvSpPr>
          <p:nvPr/>
        </p:nvSpPr>
        <p:spPr>
          <a:xfrm xmlns:a="http://schemas.openxmlformats.org/drawingml/2006/main">
            <a:off x="4800600" y="2914650"/>
            <a:ext cx="266700" cy="171450"/>
          </a:xfrm>
          <a:prstGeom xmlns:a="http://schemas.openxmlformats.org/drawingml/2006/main" prst="rightArrow">
            <a:avLst/>
          </a:prstGeom>
          <a:solidFill xmlns:a="http://schemas.openxmlformats.org/drawingml/2006/main">
            <a:srgbClr val="266BCC"/>
          </a:solidFill>
          <a:ln xmlns:a="http://schemas.openxmlformats.org/drawingml/2006/main" w="0">
            <a:solidFill>
              <a:srgbClr val="266BCC"/>
            </a:solidFill>
            <a:prstDash val="solid"/>
          </a:ln>
        </p:spPr>
      </p:sp>
      <p:sp>
        <p:nvSpPr>
          <p:cNvPr id="7" name="budget-2">
            <a:extLst xmlns:a="http://schemas.openxmlformats.org/drawingml/2006/main">
              <a:ext uri="{FF2B5EF4-FFF2-40B4-BE49-F238E27FC236}">
                <a16:creationId xmlns:a16="http://schemas.microsoft.com/office/drawing/2014/main" id="{FDA1A636-9164-406E-BAFE-B34B7B40FB31}"/>
              </a:ext>
            </a:extLst>
          </p:cNvPr>
          <p:cNvSpPr>
            <a:spLocks xmlns:a="http://schemas.openxmlformats.org/drawingml/2006/main" noGrp="1"/>
          </p:cNvSpPr>
          <p:nvPr/>
        </p:nvSpPr>
        <p:spPr>
          <a:xfrm xmlns:a="http://schemas.openxmlformats.org/drawingml/2006/main">
            <a:off x="5219700" y="2724150"/>
            <a:ext cx="1790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725" b="1">
                <a:solidFill>
                  <a:srgbClr val="102B46"/>
                </a:solidFill>
                <a:latin typeface="Bitstream Charter"/>
                <a:ea typeface="Bitstream Charter"/>
                <a:cs typeface="Bitstream Charter"/>
              </a:defRPr>
            </a:defPPr>
            <a:lvl1pPr algn="ctr">
              <a:defRPr sz="1725" b="1">
                <a:solidFill>
                  <a:srgbClr val="102B46"/>
                </a:solidFill>
                <a:latin typeface="Bitstream Charter"/>
                <a:ea typeface="Bitstream Charter"/>
                <a:cs typeface="Bitstream Charter"/>
              </a:defRPr>
            </a:lvl1pPr>
            <a:lvl2pPr algn="ctr">
              <a:defRPr sz="1725" b="1">
                <a:solidFill>
                  <a:srgbClr val="102B46"/>
                </a:solidFill>
                <a:latin typeface="Bitstream Charter"/>
                <a:ea typeface="Bitstream Charter"/>
                <a:cs typeface="Bitstream Charter"/>
              </a:defRPr>
            </a:lvl2pPr>
            <a:lvl3pPr algn="ctr">
              <a:defRPr sz="1725" b="1">
                <a:solidFill>
                  <a:srgbClr val="102B46"/>
                </a:solidFill>
                <a:latin typeface="Bitstream Charter"/>
                <a:ea typeface="Bitstream Charter"/>
                <a:cs typeface="Bitstream Charter"/>
              </a:defRPr>
            </a:lvl3pPr>
            <a:lvl4pPr algn="ctr">
              <a:defRPr sz="1725" b="1">
                <a:solidFill>
                  <a:srgbClr val="102B46"/>
                </a:solidFill>
                <a:latin typeface="Bitstream Charter"/>
                <a:ea typeface="Bitstream Charter"/>
                <a:cs typeface="Bitstream Charter"/>
              </a:defRPr>
            </a:lvl4pPr>
            <a:lvl5pPr algn="ctr">
              <a:defRPr sz="1725" b="1">
                <a:solidFill>
                  <a:srgbClr val="102B46"/>
                </a:solidFill>
                <a:latin typeface="Bitstream Charter"/>
                <a:ea typeface="Bitstream Charter"/>
                <a:cs typeface="Bitstream Charter"/>
              </a:defRPr>
            </a:lvl5pPr>
            <a:lvl6pPr algn="ctr">
              <a:defRPr sz="1725" b="1">
                <a:solidFill>
                  <a:srgbClr val="102B46"/>
                </a:solidFill>
                <a:latin typeface="Bitstream Charter"/>
                <a:ea typeface="Bitstream Charter"/>
                <a:cs typeface="Bitstream Charter"/>
              </a:defRPr>
            </a:lvl6pPr>
            <a:lvl7pPr algn="ctr">
              <a:defRPr sz="1725" b="1">
                <a:solidFill>
                  <a:srgbClr val="102B46"/>
                </a:solidFill>
                <a:latin typeface="Bitstream Charter"/>
                <a:ea typeface="Bitstream Charter"/>
                <a:cs typeface="Bitstream Charter"/>
              </a:defRPr>
            </a:lvl7pPr>
            <a:lvl8pPr algn="ctr">
              <a:defRPr sz="1725" b="1">
                <a:solidFill>
                  <a:srgbClr val="102B46"/>
                </a:solidFill>
                <a:latin typeface="Bitstream Charter"/>
                <a:ea typeface="Bitstream Charter"/>
                <a:cs typeface="Bitstream Charter"/>
              </a:defRPr>
            </a:lvl8pPr>
            <a:lvl9pPr algn="ctr">
              <a:defRPr sz="1725" b="1">
                <a:solidFill>
                  <a:srgbClr val="102B46"/>
                </a:solidFill>
                <a:latin typeface="Bitstream Charter"/>
                <a:ea typeface="Bitstream Charter"/>
                <a:cs typeface="Bitstream Charter"/>
              </a:defRPr>
            </a:lvl9pPr>
          </a:lstStyle>
          <a:p xmlns:a="http://schemas.openxmlformats.org/drawingml/2006/main">
            <a:pPr algn="ctr">
              <a:defRPr sz="1725" b="1">
                <a:solidFill>
                  <a:srgbClr val="102B46"/>
                </a:solidFill>
                <a:latin typeface="Bitstream Charter"/>
                <a:ea typeface="Bitstream Charter"/>
                <a:cs typeface="Bitstream Charter"/>
              </a:defRPr>
            </a:pPr>
            <a:r>
              <a:rPr sz="1725" b="1">
                <a:solidFill>
                  <a:srgbClr val="102B46"/>
                </a:solidFill>
                <a:latin typeface="Bitstream Charter"/>
                <a:ea typeface="Bitstream Charter"/>
                <a:cs typeface="Bitstream Charter"/>
              </a:rPr>
              <a:t>Candidate</a:t>
            </a:r>
          </a:p>
          <a:p xmlns:a="http://schemas.openxmlformats.org/drawingml/2006/main">
            <a:pPr algn="ctr">
              <a:defRPr sz="1725" b="1">
                <a:solidFill>
                  <a:srgbClr val="102B46"/>
                </a:solidFill>
                <a:latin typeface="Bitstream Charter"/>
                <a:ea typeface="Bitstream Charter"/>
                <a:cs typeface="Bitstream Charter"/>
              </a:defRPr>
            </a:pPr>
            <a:r>
              <a:rPr sz="1725" b="1">
                <a:solidFill>
                  <a:srgbClr val="102B46"/>
                </a:solidFill>
                <a:latin typeface="Bitstream Charter"/>
                <a:ea typeface="Bitstream Charter"/>
                <a:cs typeface="Bitstream Charter"/>
              </a:rPr>
              <a:t>cap</a:t>
            </a:r>
          </a:p>
        </p:txBody>
      </p:sp>
      <p:sp>
        <p:nvSpPr>
          <p:cNvPr id="8" name="budget-arrow-2">
            <a:extLst xmlns:a="http://schemas.openxmlformats.org/drawingml/2006/main">
              <a:ext uri="{FF2B5EF4-FFF2-40B4-BE49-F238E27FC236}">
                <a16:creationId xmlns:a16="http://schemas.microsoft.com/office/drawing/2014/main" id="{BED74EFA-E992-4FE5-91E5-7F1221421877}"/>
              </a:ext>
            </a:extLst>
          </p:cNvPr>
          <p:cNvSpPr>
            <a:spLocks xmlns:a="http://schemas.openxmlformats.org/drawingml/2006/main" noGrp="1"/>
          </p:cNvSpPr>
          <p:nvPr/>
        </p:nvSpPr>
        <p:spPr>
          <a:xfrm xmlns:a="http://schemas.openxmlformats.org/drawingml/2006/main">
            <a:off x="7105650" y="2914650"/>
            <a:ext cx="266700" cy="171450"/>
          </a:xfrm>
          <a:prstGeom xmlns:a="http://schemas.openxmlformats.org/drawingml/2006/main" prst="rightArrow">
            <a:avLst/>
          </a:prstGeom>
          <a:solidFill xmlns:a="http://schemas.openxmlformats.org/drawingml/2006/main">
            <a:srgbClr val="266BCC"/>
          </a:solidFill>
          <a:ln xmlns:a="http://schemas.openxmlformats.org/drawingml/2006/main" w="0">
            <a:solidFill>
              <a:srgbClr val="266BCC"/>
            </a:solidFill>
            <a:prstDash val="solid"/>
          </a:ln>
        </p:spPr>
      </p:sp>
      <p:sp>
        <p:nvSpPr>
          <p:cNvPr id="9" name="budget-3">
            <a:extLst xmlns:a="http://schemas.openxmlformats.org/drawingml/2006/main">
              <a:ext uri="{FF2B5EF4-FFF2-40B4-BE49-F238E27FC236}">
                <a16:creationId xmlns:a16="http://schemas.microsoft.com/office/drawing/2014/main" id="{538DFEC8-2F26-42AB-BD4A-3076AADFDAF5}"/>
              </a:ext>
            </a:extLst>
          </p:cNvPr>
          <p:cNvSpPr>
            <a:spLocks xmlns:a="http://schemas.openxmlformats.org/drawingml/2006/main" noGrp="1"/>
          </p:cNvSpPr>
          <p:nvPr/>
        </p:nvSpPr>
        <p:spPr>
          <a:xfrm xmlns:a="http://schemas.openxmlformats.org/drawingml/2006/main">
            <a:off x="7524750" y="2724150"/>
            <a:ext cx="1790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725" b="1">
                <a:solidFill>
                  <a:srgbClr val="102B46"/>
                </a:solidFill>
                <a:latin typeface="Bitstream Charter"/>
                <a:ea typeface="Bitstream Charter"/>
                <a:cs typeface="Bitstream Charter"/>
              </a:defRPr>
            </a:defPPr>
            <a:lvl1pPr algn="ctr">
              <a:defRPr sz="1725" b="1">
                <a:solidFill>
                  <a:srgbClr val="102B46"/>
                </a:solidFill>
                <a:latin typeface="Bitstream Charter"/>
                <a:ea typeface="Bitstream Charter"/>
                <a:cs typeface="Bitstream Charter"/>
              </a:defRPr>
            </a:lvl1pPr>
            <a:lvl2pPr algn="ctr">
              <a:defRPr sz="1725" b="1">
                <a:solidFill>
                  <a:srgbClr val="102B46"/>
                </a:solidFill>
                <a:latin typeface="Bitstream Charter"/>
                <a:ea typeface="Bitstream Charter"/>
                <a:cs typeface="Bitstream Charter"/>
              </a:defRPr>
            </a:lvl2pPr>
            <a:lvl3pPr algn="ctr">
              <a:defRPr sz="1725" b="1">
                <a:solidFill>
                  <a:srgbClr val="102B46"/>
                </a:solidFill>
                <a:latin typeface="Bitstream Charter"/>
                <a:ea typeface="Bitstream Charter"/>
                <a:cs typeface="Bitstream Charter"/>
              </a:defRPr>
            </a:lvl3pPr>
            <a:lvl4pPr algn="ctr">
              <a:defRPr sz="1725" b="1">
                <a:solidFill>
                  <a:srgbClr val="102B46"/>
                </a:solidFill>
                <a:latin typeface="Bitstream Charter"/>
                <a:ea typeface="Bitstream Charter"/>
                <a:cs typeface="Bitstream Charter"/>
              </a:defRPr>
            </a:lvl4pPr>
            <a:lvl5pPr algn="ctr">
              <a:defRPr sz="1725" b="1">
                <a:solidFill>
                  <a:srgbClr val="102B46"/>
                </a:solidFill>
                <a:latin typeface="Bitstream Charter"/>
                <a:ea typeface="Bitstream Charter"/>
                <a:cs typeface="Bitstream Charter"/>
              </a:defRPr>
            </a:lvl5pPr>
            <a:lvl6pPr algn="ctr">
              <a:defRPr sz="1725" b="1">
                <a:solidFill>
                  <a:srgbClr val="102B46"/>
                </a:solidFill>
                <a:latin typeface="Bitstream Charter"/>
                <a:ea typeface="Bitstream Charter"/>
                <a:cs typeface="Bitstream Charter"/>
              </a:defRPr>
            </a:lvl6pPr>
            <a:lvl7pPr algn="ctr">
              <a:defRPr sz="1725" b="1">
                <a:solidFill>
                  <a:srgbClr val="102B46"/>
                </a:solidFill>
                <a:latin typeface="Bitstream Charter"/>
                <a:ea typeface="Bitstream Charter"/>
                <a:cs typeface="Bitstream Charter"/>
              </a:defRPr>
            </a:lvl7pPr>
            <a:lvl8pPr algn="ctr">
              <a:defRPr sz="1725" b="1">
                <a:solidFill>
                  <a:srgbClr val="102B46"/>
                </a:solidFill>
                <a:latin typeface="Bitstream Charter"/>
                <a:ea typeface="Bitstream Charter"/>
                <a:cs typeface="Bitstream Charter"/>
              </a:defRPr>
            </a:lvl8pPr>
            <a:lvl9pPr algn="ctr">
              <a:defRPr sz="1725" b="1">
                <a:solidFill>
                  <a:srgbClr val="102B46"/>
                </a:solidFill>
                <a:latin typeface="Bitstream Charter"/>
                <a:ea typeface="Bitstream Charter"/>
                <a:cs typeface="Bitstream Charter"/>
              </a:defRPr>
            </a:lvl9pPr>
          </a:lstStyle>
          <a:p xmlns:a="http://schemas.openxmlformats.org/drawingml/2006/main">
            <a:pPr algn="ctr">
              <a:defRPr sz="1725" b="1">
                <a:solidFill>
                  <a:srgbClr val="102B46"/>
                </a:solidFill>
                <a:latin typeface="Bitstream Charter"/>
                <a:ea typeface="Bitstream Charter"/>
                <a:cs typeface="Bitstream Charter"/>
              </a:defRPr>
            </a:pPr>
            <a:r>
              <a:rPr sz="1725" b="1">
                <a:solidFill>
                  <a:srgbClr val="102B46"/>
                </a:solidFill>
                <a:latin typeface="Bitstream Charter"/>
                <a:ea typeface="Bitstream Charter"/>
                <a:cs typeface="Bitstream Charter"/>
              </a:rPr>
              <a:t>One env.step()</a:t>
            </a:r>
          </a:p>
        </p:txBody>
      </p:sp>
      <p:sp>
        <p:nvSpPr>
          <p:cNvPr id="10" name="budget-arrow-3">
            <a:extLst xmlns:a="http://schemas.openxmlformats.org/drawingml/2006/main">
              <a:ext uri="{FF2B5EF4-FFF2-40B4-BE49-F238E27FC236}">
                <a16:creationId xmlns:a16="http://schemas.microsoft.com/office/drawing/2014/main" id="{A24D7189-4307-4FA3-B4E0-25183BB1F1D9}"/>
              </a:ext>
            </a:extLst>
          </p:cNvPr>
          <p:cNvSpPr>
            <a:spLocks xmlns:a="http://schemas.openxmlformats.org/drawingml/2006/main" noGrp="1"/>
          </p:cNvSpPr>
          <p:nvPr/>
        </p:nvSpPr>
        <p:spPr>
          <a:xfrm xmlns:a="http://schemas.openxmlformats.org/drawingml/2006/main">
            <a:off x="9410700" y="2914650"/>
            <a:ext cx="266700" cy="171450"/>
          </a:xfrm>
          <a:prstGeom xmlns:a="http://schemas.openxmlformats.org/drawingml/2006/main" prst="rightArrow">
            <a:avLst/>
          </a:prstGeom>
          <a:solidFill xmlns:a="http://schemas.openxmlformats.org/drawingml/2006/main">
            <a:srgbClr val="266BCC"/>
          </a:solidFill>
          <a:ln xmlns:a="http://schemas.openxmlformats.org/drawingml/2006/main" w="0">
            <a:solidFill>
              <a:srgbClr val="266BCC"/>
            </a:solidFill>
            <a:prstDash val="solid"/>
          </a:ln>
        </p:spPr>
      </p:sp>
      <p:sp>
        <p:nvSpPr>
          <p:cNvPr id="11" name="budget-4">
            <a:extLst xmlns:a="http://schemas.openxmlformats.org/drawingml/2006/main">
              <a:ext uri="{FF2B5EF4-FFF2-40B4-BE49-F238E27FC236}">
                <a16:creationId xmlns:a16="http://schemas.microsoft.com/office/drawing/2014/main" id="{E3FF0030-997C-4807-A037-A5F5C2DCFEA0}"/>
              </a:ext>
            </a:extLst>
          </p:cNvPr>
          <p:cNvSpPr>
            <a:spLocks xmlns:a="http://schemas.openxmlformats.org/drawingml/2006/main" noGrp="1"/>
          </p:cNvSpPr>
          <p:nvPr/>
        </p:nvSpPr>
        <p:spPr>
          <a:xfrm xmlns:a="http://schemas.openxmlformats.org/drawingml/2006/main">
            <a:off x="9829800" y="2724150"/>
            <a:ext cx="17907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defPPr algn="ctr">
              <a:defRPr sz="1725" b="1">
                <a:solidFill>
                  <a:srgbClr val="138A96"/>
                </a:solidFill>
                <a:latin typeface="Bitstream Charter"/>
                <a:ea typeface="Bitstream Charter"/>
                <a:cs typeface="Bitstream Charter"/>
              </a:defRPr>
            </a:defPPr>
            <a:lvl1pPr algn="ctr">
              <a:defRPr sz="1725" b="1">
                <a:solidFill>
                  <a:srgbClr val="138A96"/>
                </a:solidFill>
                <a:latin typeface="Bitstream Charter"/>
                <a:ea typeface="Bitstream Charter"/>
                <a:cs typeface="Bitstream Charter"/>
              </a:defRPr>
            </a:lvl1pPr>
            <a:lvl2pPr algn="ctr">
              <a:defRPr sz="1725" b="1">
                <a:solidFill>
                  <a:srgbClr val="138A96"/>
                </a:solidFill>
                <a:latin typeface="Bitstream Charter"/>
                <a:ea typeface="Bitstream Charter"/>
                <a:cs typeface="Bitstream Charter"/>
              </a:defRPr>
            </a:lvl2pPr>
            <a:lvl3pPr algn="ctr">
              <a:defRPr sz="1725" b="1">
                <a:solidFill>
                  <a:srgbClr val="138A96"/>
                </a:solidFill>
                <a:latin typeface="Bitstream Charter"/>
                <a:ea typeface="Bitstream Charter"/>
                <a:cs typeface="Bitstream Charter"/>
              </a:defRPr>
            </a:lvl3pPr>
            <a:lvl4pPr algn="ctr">
              <a:defRPr sz="1725" b="1">
                <a:solidFill>
                  <a:srgbClr val="138A96"/>
                </a:solidFill>
                <a:latin typeface="Bitstream Charter"/>
                <a:ea typeface="Bitstream Charter"/>
                <a:cs typeface="Bitstream Charter"/>
              </a:defRPr>
            </a:lvl4pPr>
            <a:lvl5pPr algn="ctr">
              <a:defRPr sz="1725" b="1">
                <a:solidFill>
                  <a:srgbClr val="138A96"/>
                </a:solidFill>
                <a:latin typeface="Bitstream Charter"/>
                <a:ea typeface="Bitstream Charter"/>
                <a:cs typeface="Bitstream Charter"/>
              </a:defRPr>
            </a:lvl5pPr>
            <a:lvl6pPr algn="ctr">
              <a:defRPr sz="1725" b="1">
                <a:solidFill>
                  <a:srgbClr val="138A96"/>
                </a:solidFill>
                <a:latin typeface="Bitstream Charter"/>
                <a:ea typeface="Bitstream Charter"/>
                <a:cs typeface="Bitstream Charter"/>
              </a:defRPr>
            </a:lvl6pPr>
            <a:lvl7pPr algn="ctr">
              <a:defRPr sz="1725" b="1">
                <a:solidFill>
                  <a:srgbClr val="138A96"/>
                </a:solidFill>
                <a:latin typeface="Bitstream Charter"/>
                <a:ea typeface="Bitstream Charter"/>
                <a:cs typeface="Bitstream Charter"/>
              </a:defRPr>
            </a:lvl7pPr>
            <a:lvl8pPr algn="ctr">
              <a:defRPr sz="1725" b="1">
                <a:solidFill>
                  <a:srgbClr val="138A96"/>
                </a:solidFill>
                <a:latin typeface="Bitstream Charter"/>
                <a:ea typeface="Bitstream Charter"/>
                <a:cs typeface="Bitstream Charter"/>
              </a:defRPr>
            </a:lvl8pPr>
            <a:lvl9pPr algn="ctr">
              <a:defRPr sz="1725" b="1">
                <a:solidFill>
                  <a:srgbClr val="138A96"/>
                </a:solidFill>
                <a:latin typeface="Bitstream Charter"/>
                <a:ea typeface="Bitstream Charter"/>
                <a:cs typeface="Bitstream Charter"/>
              </a:defRPr>
            </a:lvl9pPr>
          </a:lstStyle>
          <a:p xmlns:a="http://schemas.openxmlformats.org/drawingml/2006/main">
            <a:pPr algn="ctr">
              <a:defRPr sz="1725" b="1">
                <a:solidFill>
                  <a:srgbClr val="138A96"/>
                </a:solidFill>
                <a:latin typeface="Bitstream Charter"/>
                <a:ea typeface="Bitstream Charter"/>
                <a:cs typeface="Bitstream Charter"/>
              </a:defRPr>
            </a:pPr>
            <a:r>
              <a:rPr sz="1725" b="1">
                <a:solidFill>
                  <a:srgbClr val="138A96"/>
                </a:solidFill>
                <a:latin typeface="Bitstream Charter"/>
                <a:ea typeface="Bitstream Charter"/>
                <a:cs typeface="Bitstream Charter"/>
              </a:rPr>
              <a:t>One oracle</a:t>
            </a:r>
          </a:p>
          <a:p xmlns:a="http://schemas.openxmlformats.org/drawingml/2006/main">
            <a:pPr algn="ctr">
              <a:defRPr sz="1725" b="1">
                <a:solidFill>
                  <a:srgbClr val="138A96"/>
                </a:solidFill>
                <a:latin typeface="Bitstream Charter"/>
                <a:ea typeface="Bitstream Charter"/>
                <a:cs typeface="Bitstream Charter"/>
              </a:defRPr>
            </a:pPr>
            <a:r>
              <a:rPr sz="1725" b="1">
                <a:solidFill>
                  <a:srgbClr val="138A96"/>
                </a:solidFill>
                <a:latin typeface="Bitstream Charter"/>
                <a:ea typeface="Bitstream Charter"/>
                <a:cs typeface="Bitstream Charter"/>
              </a:rPr>
              <a:t>evaluation</a:t>
            </a:r>
          </a:p>
        </p:txBody>
      </p:sp>
      <p:sp>
        <p:nvSpPr>
          <p:cNvPr id="12" name="budget-note">
            <a:extLst xmlns:a="http://schemas.openxmlformats.org/drawingml/2006/main">
              <a:ext uri="{FF2B5EF4-FFF2-40B4-BE49-F238E27FC236}">
                <a16:creationId xmlns:a16="http://schemas.microsoft.com/office/drawing/2014/main" id="{F7AACE94-45BF-4105-8332-985F5DC5FB30}"/>
              </a:ext>
            </a:extLst>
          </p:cNvPr>
          <p:cNvSpPr>
            <a:spLocks xmlns:a="http://schemas.openxmlformats.org/drawingml/2006/main" noGrp="1"/>
          </p:cNvSpPr>
          <p:nvPr/>
        </p:nvSpPr>
        <p:spPr>
          <a:xfrm xmlns:a="http://schemas.openxmlformats.org/drawingml/2006/main">
            <a:off x="609600" y="3429000"/>
            <a:ext cx="619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875" b="1">
                <a:solidFill>
                  <a:srgbClr val="138A96"/>
                </a:solidFill>
                <a:latin typeface="Bitstream Charter"/>
                <a:ea typeface="Bitstream Charter"/>
                <a:cs typeface="Bitstream Charter"/>
              </a:defRPr>
            </a:defPPr>
            <a:lvl1pPr>
              <a:defRPr sz="1875" b="1">
                <a:solidFill>
                  <a:srgbClr val="138A96"/>
                </a:solidFill>
                <a:latin typeface="Bitstream Charter"/>
                <a:ea typeface="Bitstream Charter"/>
                <a:cs typeface="Bitstream Charter"/>
              </a:defRPr>
            </a:lvl1pPr>
            <a:lvl2pPr>
              <a:defRPr sz="1875" b="1">
                <a:solidFill>
                  <a:srgbClr val="138A96"/>
                </a:solidFill>
                <a:latin typeface="Bitstream Charter"/>
                <a:ea typeface="Bitstream Charter"/>
                <a:cs typeface="Bitstream Charter"/>
              </a:defRPr>
            </a:lvl2pPr>
            <a:lvl3pPr>
              <a:defRPr sz="1875" b="1">
                <a:solidFill>
                  <a:srgbClr val="138A96"/>
                </a:solidFill>
                <a:latin typeface="Bitstream Charter"/>
                <a:ea typeface="Bitstream Charter"/>
                <a:cs typeface="Bitstream Charter"/>
              </a:defRPr>
            </a:lvl3pPr>
            <a:lvl4pPr>
              <a:defRPr sz="1875" b="1">
                <a:solidFill>
                  <a:srgbClr val="138A96"/>
                </a:solidFill>
                <a:latin typeface="Bitstream Charter"/>
                <a:ea typeface="Bitstream Charter"/>
                <a:cs typeface="Bitstream Charter"/>
              </a:defRPr>
            </a:lvl4pPr>
            <a:lvl5pPr>
              <a:defRPr sz="1875" b="1">
                <a:solidFill>
                  <a:srgbClr val="138A96"/>
                </a:solidFill>
                <a:latin typeface="Bitstream Charter"/>
                <a:ea typeface="Bitstream Charter"/>
                <a:cs typeface="Bitstream Charter"/>
              </a:defRPr>
            </a:lvl5pPr>
            <a:lvl6pPr>
              <a:defRPr sz="1875" b="1">
                <a:solidFill>
                  <a:srgbClr val="138A96"/>
                </a:solidFill>
                <a:latin typeface="Bitstream Charter"/>
                <a:ea typeface="Bitstream Charter"/>
                <a:cs typeface="Bitstream Charter"/>
              </a:defRPr>
            </a:lvl6pPr>
            <a:lvl7pPr>
              <a:defRPr sz="1875" b="1">
                <a:solidFill>
                  <a:srgbClr val="138A96"/>
                </a:solidFill>
                <a:latin typeface="Bitstream Charter"/>
                <a:ea typeface="Bitstream Charter"/>
                <a:cs typeface="Bitstream Charter"/>
              </a:defRPr>
            </a:lvl7pPr>
            <a:lvl8pPr>
              <a:defRPr sz="1875" b="1">
                <a:solidFill>
                  <a:srgbClr val="138A96"/>
                </a:solidFill>
                <a:latin typeface="Bitstream Charter"/>
                <a:ea typeface="Bitstream Charter"/>
                <a:cs typeface="Bitstream Charter"/>
              </a:defRPr>
            </a:lvl8pPr>
            <a:lvl9pPr>
              <a:defRPr sz="1875" b="1">
                <a:solidFill>
                  <a:srgbClr val="138A96"/>
                </a:solidFill>
                <a:latin typeface="Bitstream Charter"/>
                <a:ea typeface="Bitstream Charter"/>
                <a:cs typeface="Bitstream Charter"/>
              </a:defRPr>
            </a:lvl9pPr>
          </a:lstStyle>
          <a:p xmlns:a="http://schemas.openxmlformats.org/drawingml/2006/main">
            <a:pPr>
              <a:defRPr sz="1875" b="1">
                <a:solidFill>
                  <a:srgbClr val="138A96"/>
                </a:solidFill>
                <a:latin typeface="Bitstream Charter"/>
                <a:ea typeface="Bitstream Charter"/>
                <a:cs typeface="Bitstream Charter"/>
              </a:defRPr>
            </a:pPr>
            <a:r>
              <a:rPr sz="1875" b="1">
                <a:solidFill>
                  <a:srgbClr val="138A96"/>
                </a:solidFill>
                <a:latin typeface="Bitstream Charter"/>
                <a:ea typeface="Bitstream Charter"/>
                <a:cs typeface="Bitstream Charter"/>
              </a:rPr>
              <a:t>Candidate generation is not an oracle call</a:t>
            </a:r>
          </a:p>
        </p:txBody>
      </p:sp>
      <p:sp>
        <p:nvSpPr>
          <p:cNvPr id="13" name="checkpoint-title">
            <a:extLst xmlns:a="http://schemas.openxmlformats.org/drawingml/2006/main">
              <a:ext uri="{FF2B5EF4-FFF2-40B4-BE49-F238E27FC236}">
                <a16:creationId xmlns:a16="http://schemas.microsoft.com/office/drawing/2014/main" id="{1744AA34-8D74-4F3C-B2FA-0FD478CFEB1C}"/>
              </a:ext>
            </a:extLst>
          </p:cNvPr>
          <p:cNvSpPr>
            <a:spLocks xmlns:a="http://schemas.openxmlformats.org/drawingml/2006/main" noGrp="1"/>
          </p:cNvSpPr>
          <p:nvPr/>
        </p:nvSpPr>
        <p:spPr>
          <a:xfrm xmlns:a="http://schemas.openxmlformats.org/drawingml/2006/main">
            <a:off x="609600" y="4095750"/>
            <a:ext cx="428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266BCC"/>
                </a:solidFill>
                <a:latin typeface="Bitstream Charter"/>
                <a:ea typeface="Bitstream Charter"/>
                <a:cs typeface="Bitstream Charter"/>
              </a:defRPr>
            </a:defPPr>
            <a:lvl1pPr>
              <a:defRPr sz="2400" b="1">
                <a:solidFill>
                  <a:srgbClr val="266BCC"/>
                </a:solidFill>
                <a:latin typeface="Bitstream Charter"/>
                <a:ea typeface="Bitstream Charter"/>
                <a:cs typeface="Bitstream Charter"/>
              </a:defRPr>
            </a:lvl1pPr>
            <a:lvl2pPr>
              <a:defRPr sz="2400" b="1">
                <a:solidFill>
                  <a:srgbClr val="266BCC"/>
                </a:solidFill>
                <a:latin typeface="Bitstream Charter"/>
                <a:ea typeface="Bitstream Charter"/>
                <a:cs typeface="Bitstream Charter"/>
              </a:defRPr>
            </a:lvl2pPr>
            <a:lvl3pPr>
              <a:defRPr sz="2400" b="1">
                <a:solidFill>
                  <a:srgbClr val="266BCC"/>
                </a:solidFill>
                <a:latin typeface="Bitstream Charter"/>
                <a:ea typeface="Bitstream Charter"/>
                <a:cs typeface="Bitstream Charter"/>
              </a:defRPr>
            </a:lvl3pPr>
            <a:lvl4pPr>
              <a:defRPr sz="2400" b="1">
                <a:solidFill>
                  <a:srgbClr val="266BCC"/>
                </a:solidFill>
                <a:latin typeface="Bitstream Charter"/>
                <a:ea typeface="Bitstream Charter"/>
                <a:cs typeface="Bitstream Charter"/>
              </a:defRPr>
            </a:lvl4pPr>
            <a:lvl5pPr>
              <a:defRPr sz="2400" b="1">
                <a:solidFill>
                  <a:srgbClr val="266BCC"/>
                </a:solidFill>
                <a:latin typeface="Bitstream Charter"/>
                <a:ea typeface="Bitstream Charter"/>
                <a:cs typeface="Bitstream Charter"/>
              </a:defRPr>
            </a:lvl5pPr>
            <a:lvl6pPr>
              <a:defRPr sz="2400" b="1">
                <a:solidFill>
                  <a:srgbClr val="266BCC"/>
                </a:solidFill>
                <a:latin typeface="Bitstream Charter"/>
                <a:ea typeface="Bitstream Charter"/>
                <a:cs typeface="Bitstream Charter"/>
              </a:defRPr>
            </a:lvl6pPr>
            <a:lvl7pPr>
              <a:defRPr sz="2400" b="1">
                <a:solidFill>
                  <a:srgbClr val="266BCC"/>
                </a:solidFill>
                <a:latin typeface="Bitstream Charter"/>
                <a:ea typeface="Bitstream Charter"/>
                <a:cs typeface="Bitstream Charter"/>
              </a:defRPr>
            </a:lvl7pPr>
            <a:lvl8pPr>
              <a:defRPr sz="2400" b="1">
                <a:solidFill>
                  <a:srgbClr val="266BCC"/>
                </a:solidFill>
                <a:latin typeface="Bitstream Charter"/>
                <a:ea typeface="Bitstream Charter"/>
                <a:cs typeface="Bitstream Charter"/>
              </a:defRPr>
            </a:lvl8pPr>
            <a:lvl9pPr>
              <a:defRPr sz="2400" b="1">
                <a:solidFill>
                  <a:srgbClr val="266BCC"/>
                </a:solidFill>
                <a:latin typeface="Bitstream Charter"/>
                <a:ea typeface="Bitstream Charter"/>
                <a:cs typeface="Bitstream Charter"/>
              </a:defRPr>
            </a:lvl9pPr>
          </a:lstStyle>
          <a:p xmlns:a="http://schemas.openxmlformats.org/drawingml/2006/main">
            <a:pPr>
              <a:defRPr sz="2400" b="1">
                <a:solidFill>
                  <a:srgbClr val="266BCC"/>
                </a:solidFill>
                <a:latin typeface="Bitstream Charter"/>
                <a:ea typeface="Bitstream Charter"/>
                <a:cs typeface="Bitstream Charter"/>
              </a:defRPr>
            </a:pPr>
            <a:r>
              <a:rPr sz="2400" b="1">
                <a:solidFill>
                  <a:srgbClr val="266BCC"/>
                </a:solidFill>
                <a:latin typeface="Bitstream Charter"/>
                <a:ea typeface="Bitstream Charter"/>
                <a:cs typeface="Bitstream Charter"/>
              </a:rPr>
              <a:t>Checkpoint state</a:t>
            </a:r>
          </a:p>
        </p:txBody>
      </p:sp>
      <p:sp>
        <p:nvSpPr>
          <p:cNvPr id="14" name="checkpoint">
            <a:extLst xmlns:a="http://schemas.openxmlformats.org/drawingml/2006/main">
              <a:ext uri="{FF2B5EF4-FFF2-40B4-BE49-F238E27FC236}">
                <a16:creationId xmlns:a16="http://schemas.microsoft.com/office/drawing/2014/main" id="{A0EF3623-574C-4543-9404-F8B09ACB7668}"/>
              </a:ext>
            </a:extLst>
          </p:cNvPr>
          <p:cNvSpPr>
            <a:spLocks xmlns:a="http://schemas.openxmlformats.org/drawingml/2006/main" noGrp="1"/>
          </p:cNvSpPr>
          <p:nvPr/>
        </p:nvSpPr>
        <p:spPr>
          <a:xfrm xmlns:a="http://schemas.openxmlformats.org/drawingml/2006/main">
            <a:off x="609600" y="4552950"/>
            <a:ext cx="5238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a:solidFill>
                  <a:srgbClr val="102B46"/>
                </a:solidFill>
                <a:latin typeface="Bitstream Charter"/>
                <a:ea typeface="Bitstream Charter"/>
                <a:cs typeface="Bitstream Charter"/>
              </a:defRPr>
            </a:defPPr>
            <a:lvl1pPr>
              <a:defRPr sz="1725">
                <a:solidFill>
                  <a:srgbClr val="102B46"/>
                </a:solidFill>
                <a:latin typeface="Bitstream Charter"/>
                <a:ea typeface="Bitstream Charter"/>
                <a:cs typeface="Bitstream Charter"/>
              </a:defRPr>
            </a:lvl1pPr>
            <a:lvl2pPr>
              <a:defRPr sz="1725">
                <a:solidFill>
                  <a:srgbClr val="102B46"/>
                </a:solidFill>
                <a:latin typeface="Bitstream Charter"/>
                <a:ea typeface="Bitstream Charter"/>
                <a:cs typeface="Bitstream Charter"/>
              </a:defRPr>
            </a:lvl2pPr>
            <a:lvl3pPr>
              <a:defRPr sz="1725">
                <a:solidFill>
                  <a:srgbClr val="102B46"/>
                </a:solidFill>
                <a:latin typeface="Bitstream Charter"/>
                <a:ea typeface="Bitstream Charter"/>
                <a:cs typeface="Bitstream Charter"/>
              </a:defRPr>
            </a:lvl3pPr>
            <a:lvl4pPr>
              <a:defRPr sz="1725">
                <a:solidFill>
                  <a:srgbClr val="102B46"/>
                </a:solidFill>
                <a:latin typeface="Bitstream Charter"/>
                <a:ea typeface="Bitstream Charter"/>
                <a:cs typeface="Bitstream Charter"/>
              </a:defRPr>
            </a:lvl4pPr>
            <a:lvl5pPr>
              <a:defRPr sz="1725">
                <a:solidFill>
                  <a:srgbClr val="102B46"/>
                </a:solidFill>
                <a:latin typeface="Bitstream Charter"/>
                <a:ea typeface="Bitstream Charter"/>
                <a:cs typeface="Bitstream Charter"/>
              </a:defRPr>
            </a:lvl5pPr>
            <a:lvl6pPr>
              <a:defRPr sz="1725">
                <a:solidFill>
                  <a:srgbClr val="102B46"/>
                </a:solidFill>
                <a:latin typeface="Bitstream Charter"/>
                <a:ea typeface="Bitstream Charter"/>
                <a:cs typeface="Bitstream Charter"/>
              </a:defRPr>
            </a:lvl6pPr>
            <a:lvl7pPr>
              <a:defRPr sz="1725">
                <a:solidFill>
                  <a:srgbClr val="102B46"/>
                </a:solidFill>
                <a:latin typeface="Bitstream Charter"/>
                <a:ea typeface="Bitstream Charter"/>
                <a:cs typeface="Bitstream Charter"/>
              </a:defRPr>
            </a:lvl7pPr>
            <a:lvl8pPr>
              <a:defRPr sz="1725">
                <a:solidFill>
                  <a:srgbClr val="102B46"/>
                </a:solidFill>
                <a:latin typeface="Bitstream Charter"/>
                <a:ea typeface="Bitstream Charter"/>
                <a:cs typeface="Bitstream Charter"/>
              </a:defRPr>
            </a:lvl8pPr>
            <a:lvl9pPr>
              <a:defRPr sz="1725">
                <a:solidFill>
                  <a:srgbClr val="102B46"/>
                </a:solidFill>
                <a:latin typeface="Bitstream Charter"/>
                <a:ea typeface="Bitstream Charter"/>
                <a:cs typeface="Bitstream Charter"/>
              </a:defRPr>
            </a:lvl9pPr>
          </a:lstStyle>
          <a:p xmlns:a="http://schemas.openxmlformats.org/drawingml/2006/main">
            <a:pPr>
              <a:defRPr sz="1725">
                <a:solidFill>
                  <a:srgbClr val="102B46"/>
                </a:solidFill>
                <a:latin typeface="Bitstream Charter"/>
                <a:ea typeface="Bitstream Charter"/>
                <a:cs typeface="Bitstream Charter"/>
              </a:defRPr>
            </a:pPr>
            <a:r>
              <a:rPr sz="1725">
                <a:solidFill>
                  <a:srgbClr val="102B46"/>
                </a:solidFill>
                <a:latin typeface="Bitstream Charter"/>
                <a:ea typeface="Bitstream Charter"/>
                <a:cs typeface="Bitstream Charter"/>
              </a:rPr>
              <a:t>Agent and planner</a:t>
            </a:r>
          </a:p>
          <a:p xmlns:a="http://schemas.openxmlformats.org/drawingml/2006/main">
            <a:pPr>
              <a:defRPr sz="1725">
                <a:solidFill>
                  <a:srgbClr val="102B46"/>
                </a:solidFill>
                <a:latin typeface="Bitstream Charter"/>
                <a:ea typeface="Bitstream Charter"/>
                <a:cs typeface="Bitstream Charter"/>
              </a:defRPr>
            </a:pPr>
            <a:r>
              <a:rPr sz="1725">
                <a:solidFill>
                  <a:srgbClr val="102B46"/>
                </a:solidFill>
                <a:latin typeface="Bitstream Charter"/>
                <a:ea typeface="Bitstream Charter"/>
                <a:cs typeface="Bitstream Charter"/>
              </a:rPr>
              <a:t>Generator, filter, and scorer</a:t>
            </a:r>
          </a:p>
          <a:p xmlns:a="http://schemas.openxmlformats.org/drawingml/2006/main">
            <a:pPr>
              <a:defRPr sz="1725">
                <a:solidFill>
                  <a:srgbClr val="102B46"/>
                </a:solidFill>
                <a:latin typeface="Bitstream Charter"/>
                <a:ea typeface="Bitstream Charter"/>
                <a:cs typeface="Bitstream Charter"/>
              </a:defRPr>
            </a:pPr>
            <a:r>
              <a:rPr sz="1725">
                <a:solidFill>
                  <a:srgbClr val="102B46"/>
                </a:solidFill>
                <a:latin typeface="Bitstream Charter"/>
                <a:ea typeface="Bitstream Charter"/>
                <a:cs typeface="Bitstream Charter"/>
              </a:rPr>
              <a:t>Memory, evidence capture, plug-in state</a:t>
            </a:r>
          </a:p>
        </p:txBody>
      </p:sp>
      <p:sp>
        <p:nvSpPr>
          <p:cNvPr id="15" name="record-title">
            <a:extLst xmlns:a="http://schemas.openxmlformats.org/drawingml/2006/main">
              <a:ext uri="{FF2B5EF4-FFF2-40B4-BE49-F238E27FC236}">
                <a16:creationId xmlns:a16="http://schemas.microsoft.com/office/drawing/2014/main" id="{18A54F54-E1E3-4809-9687-7B9D0EECF8DC}"/>
              </a:ext>
            </a:extLst>
          </p:cNvPr>
          <p:cNvSpPr>
            <a:spLocks xmlns:a="http://schemas.openxmlformats.org/drawingml/2006/main" noGrp="1"/>
          </p:cNvSpPr>
          <p:nvPr/>
        </p:nvSpPr>
        <p:spPr>
          <a:xfrm xmlns:a="http://schemas.openxmlformats.org/drawingml/2006/main">
            <a:off x="6572250" y="4095750"/>
            <a:ext cx="4286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2400" b="1">
                <a:solidFill>
                  <a:srgbClr val="138A96"/>
                </a:solidFill>
                <a:latin typeface="Bitstream Charter"/>
                <a:ea typeface="Bitstream Charter"/>
                <a:cs typeface="Bitstream Charter"/>
              </a:defRPr>
            </a:defPPr>
            <a:lvl1pPr>
              <a:defRPr sz="2400" b="1">
                <a:solidFill>
                  <a:srgbClr val="138A96"/>
                </a:solidFill>
                <a:latin typeface="Bitstream Charter"/>
                <a:ea typeface="Bitstream Charter"/>
                <a:cs typeface="Bitstream Charter"/>
              </a:defRPr>
            </a:lvl1pPr>
            <a:lvl2pPr>
              <a:defRPr sz="2400" b="1">
                <a:solidFill>
                  <a:srgbClr val="138A96"/>
                </a:solidFill>
                <a:latin typeface="Bitstream Charter"/>
                <a:ea typeface="Bitstream Charter"/>
                <a:cs typeface="Bitstream Charter"/>
              </a:defRPr>
            </a:lvl2pPr>
            <a:lvl3pPr>
              <a:defRPr sz="2400" b="1">
                <a:solidFill>
                  <a:srgbClr val="138A96"/>
                </a:solidFill>
                <a:latin typeface="Bitstream Charter"/>
                <a:ea typeface="Bitstream Charter"/>
                <a:cs typeface="Bitstream Charter"/>
              </a:defRPr>
            </a:lvl3pPr>
            <a:lvl4pPr>
              <a:defRPr sz="2400" b="1">
                <a:solidFill>
                  <a:srgbClr val="138A96"/>
                </a:solidFill>
                <a:latin typeface="Bitstream Charter"/>
                <a:ea typeface="Bitstream Charter"/>
                <a:cs typeface="Bitstream Charter"/>
              </a:defRPr>
            </a:lvl4pPr>
            <a:lvl5pPr>
              <a:defRPr sz="2400" b="1">
                <a:solidFill>
                  <a:srgbClr val="138A96"/>
                </a:solidFill>
                <a:latin typeface="Bitstream Charter"/>
                <a:ea typeface="Bitstream Charter"/>
                <a:cs typeface="Bitstream Charter"/>
              </a:defRPr>
            </a:lvl5pPr>
            <a:lvl6pPr>
              <a:defRPr sz="2400" b="1">
                <a:solidFill>
                  <a:srgbClr val="138A96"/>
                </a:solidFill>
                <a:latin typeface="Bitstream Charter"/>
                <a:ea typeface="Bitstream Charter"/>
                <a:cs typeface="Bitstream Charter"/>
              </a:defRPr>
            </a:lvl6pPr>
            <a:lvl7pPr>
              <a:defRPr sz="2400" b="1">
                <a:solidFill>
                  <a:srgbClr val="138A96"/>
                </a:solidFill>
                <a:latin typeface="Bitstream Charter"/>
                <a:ea typeface="Bitstream Charter"/>
                <a:cs typeface="Bitstream Charter"/>
              </a:defRPr>
            </a:lvl7pPr>
            <a:lvl8pPr>
              <a:defRPr sz="2400" b="1">
                <a:solidFill>
                  <a:srgbClr val="138A96"/>
                </a:solidFill>
                <a:latin typeface="Bitstream Charter"/>
                <a:ea typeface="Bitstream Charter"/>
                <a:cs typeface="Bitstream Charter"/>
              </a:defRPr>
            </a:lvl8pPr>
            <a:lvl9pPr>
              <a:defRPr sz="2400" b="1">
                <a:solidFill>
                  <a:srgbClr val="138A96"/>
                </a:solidFill>
                <a:latin typeface="Bitstream Charter"/>
                <a:ea typeface="Bitstream Charter"/>
                <a:cs typeface="Bitstream Charter"/>
              </a:defRPr>
            </a:lvl9pPr>
          </a:lstStyle>
          <a:p xmlns:a="http://schemas.openxmlformats.org/drawingml/2006/main">
            <a:pPr>
              <a:defRPr sz="2400" b="1">
                <a:solidFill>
                  <a:srgbClr val="138A96"/>
                </a:solidFill>
                <a:latin typeface="Bitstream Charter"/>
                <a:ea typeface="Bitstream Charter"/>
                <a:cs typeface="Bitstream Charter"/>
              </a:defRPr>
            </a:pPr>
            <a:r>
              <a:rPr sz="2400" b="1">
                <a:solidFill>
                  <a:srgbClr val="138A96"/>
                </a:solidFill>
                <a:latin typeface="Bitstream Charter"/>
                <a:ea typeface="Bitstream Charter"/>
                <a:cs typeface="Bitstream Charter"/>
              </a:rPr>
              <a:t>Per-run evidence</a:t>
            </a:r>
          </a:p>
        </p:txBody>
      </p:sp>
      <p:sp>
        <p:nvSpPr>
          <p:cNvPr id="16" name="record">
            <a:extLst xmlns:a="http://schemas.openxmlformats.org/drawingml/2006/main">
              <a:ext uri="{FF2B5EF4-FFF2-40B4-BE49-F238E27FC236}">
                <a16:creationId xmlns:a16="http://schemas.microsoft.com/office/drawing/2014/main" id="{2E0496E2-6DA4-4CA2-BACC-2B53178FE0E4}"/>
              </a:ext>
            </a:extLst>
          </p:cNvPr>
          <p:cNvSpPr>
            <a:spLocks xmlns:a="http://schemas.openxmlformats.org/drawingml/2006/main" noGrp="1"/>
          </p:cNvSpPr>
          <p:nvPr/>
        </p:nvSpPr>
        <p:spPr>
          <a:xfrm xmlns:a="http://schemas.openxmlformats.org/drawingml/2006/main">
            <a:off x="6572250" y="4552950"/>
            <a:ext cx="49530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725">
                <a:solidFill>
                  <a:srgbClr val="102B46"/>
                </a:solidFill>
                <a:latin typeface="Bitstream Charter"/>
                <a:ea typeface="Bitstream Charter"/>
                <a:cs typeface="Bitstream Charter"/>
              </a:defRPr>
            </a:defPPr>
            <a:lvl1pPr>
              <a:defRPr sz="1725">
                <a:solidFill>
                  <a:srgbClr val="102B46"/>
                </a:solidFill>
                <a:latin typeface="Bitstream Charter"/>
                <a:ea typeface="Bitstream Charter"/>
                <a:cs typeface="Bitstream Charter"/>
              </a:defRPr>
            </a:lvl1pPr>
            <a:lvl2pPr>
              <a:defRPr sz="1725">
                <a:solidFill>
                  <a:srgbClr val="102B46"/>
                </a:solidFill>
                <a:latin typeface="Bitstream Charter"/>
                <a:ea typeface="Bitstream Charter"/>
                <a:cs typeface="Bitstream Charter"/>
              </a:defRPr>
            </a:lvl2pPr>
            <a:lvl3pPr>
              <a:defRPr sz="1725">
                <a:solidFill>
                  <a:srgbClr val="102B46"/>
                </a:solidFill>
                <a:latin typeface="Bitstream Charter"/>
                <a:ea typeface="Bitstream Charter"/>
                <a:cs typeface="Bitstream Charter"/>
              </a:defRPr>
            </a:lvl3pPr>
            <a:lvl4pPr>
              <a:defRPr sz="1725">
                <a:solidFill>
                  <a:srgbClr val="102B46"/>
                </a:solidFill>
                <a:latin typeface="Bitstream Charter"/>
                <a:ea typeface="Bitstream Charter"/>
                <a:cs typeface="Bitstream Charter"/>
              </a:defRPr>
            </a:lvl4pPr>
            <a:lvl5pPr>
              <a:defRPr sz="1725">
                <a:solidFill>
                  <a:srgbClr val="102B46"/>
                </a:solidFill>
                <a:latin typeface="Bitstream Charter"/>
                <a:ea typeface="Bitstream Charter"/>
                <a:cs typeface="Bitstream Charter"/>
              </a:defRPr>
            </a:lvl5pPr>
            <a:lvl6pPr>
              <a:defRPr sz="1725">
                <a:solidFill>
                  <a:srgbClr val="102B46"/>
                </a:solidFill>
                <a:latin typeface="Bitstream Charter"/>
                <a:ea typeface="Bitstream Charter"/>
                <a:cs typeface="Bitstream Charter"/>
              </a:defRPr>
            </a:lvl6pPr>
            <a:lvl7pPr>
              <a:defRPr sz="1725">
                <a:solidFill>
                  <a:srgbClr val="102B46"/>
                </a:solidFill>
                <a:latin typeface="Bitstream Charter"/>
                <a:ea typeface="Bitstream Charter"/>
                <a:cs typeface="Bitstream Charter"/>
              </a:defRPr>
            </a:lvl7pPr>
            <a:lvl8pPr>
              <a:defRPr sz="1725">
                <a:solidFill>
                  <a:srgbClr val="102B46"/>
                </a:solidFill>
                <a:latin typeface="Bitstream Charter"/>
                <a:ea typeface="Bitstream Charter"/>
                <a:cs typeface="Bitstream Charter"/>
              </a:defRPr>
            </a:lvl8pPr>
            <a:lvl9pPr>
              <a:defRPr sz="1725">
                <a:solidFill>
                  <a:srgbClr val="102B46"/>
                </a:solidFill>
                <a:latin typeface="Bitstream Charter"/>
                <a:ea typeface="Bitstream Charter"/>
                <a:cs typeface="Bitstream Charter"/>
              </a:defRPr>
            </a:lvl9pPr>
          </a:lstStyle>
          <a:p xmlns:a="http://schemas.openxmlformats.org/drawingml/2006/main">
            <a:pPr>
              <a:defRPr sz="1725">
                <a:solidFill>
                  <a:srgbClr val="102B46"/>
                </a:solidFill>
                <a:latin typeface="Bitstream Charter"/>
                <a:ea typeface="Bitstream Charter"/>
                <a:cs typeface="Bitstream Charter"/>
              </a:defRPr>
            </a:pPr>
            <a:r>
              <a:rPr sz="1725">
                <a:solidFill>
                  <a:srgbClr val="102B46"/>
                </a:solidFill>
                <a:latin typeface="Bitstream Charter"/>
                <a:ea typeface="Bitstream Charter"/>
                <a:cs typeface="Bitstream Charter"/>
              </a:rPr>
              <a:t>Protocol revision and resolved config</a:t>
            </a:r>
          </a:p>
          <a:p xmlns:a="http://schemas.openxmlformats.org/drawingml/2006/main">
            <a:pPr>
              <a:defRPr sz="1725">
                <a:solidFill>
                  <a:srgbClr val="102B46"/>
                </a:solidFill>
                <a:latin typeface="Bitstream Charter"/>
                <a:ea typeface="Bitstream Charter"/>
                <a:cs typeface="Bitstream Charter"/>
              </a:defRPr>
            </a:pPr>
            <a:r>
              <a:rPr sz="1725">
                <a:solidFill>
                  <a:srgbClr val="102B46"/>
                </a:solidFill>
                <a:latin typeface="Bitstream Charter"/>
                <a:ea typeface="Bitstream Charter"/>
                <a:cs typeface="Bitstream Charter"/>
              </a:rPr>
              <a:t>System, seed, trajectory, and metrics</a:t>
            </a:r>
          </a:p>
          <a:p xmlns:a="http://schemas.openxmlformats.org/drawingml/2006/main">
            <a:pPr>
              <a:defRPr sz="1725">
                <a:solidFill>
                  <a:srgbClr val="102B46"/>
                </a:solidFill>
                <a:latin typeface="Bitstream Charter"/>
                <a:ea typeface="Bitstream Charter"/>
                <a:cs typeface="Bitstream Charter"/>
              </a:defRPr>
            </a:pPr>
            <a:r>
              <a:rPr sz="1725">
                <a:solidFill>
                  <a:srgbClr val="102B46"/>
                </a:solidFill>
                <a:latin typeface="Bitstream Charter"/>
                <a:ea typeface="Bitstream Charter"/>
                <a:cs typeface="Bitstream Charter"/>
              </a:rPr>
              <a:t>Cost fields, wall time, and machine</a:t>
            </a:r>
          </a:p>
        </p:txBody>
      </p:sp>
      <p:sp>
        <p:nvSpPr>
          <p:cNvPr id="17" name="footer">
            <a:extLst xmlns:a="http://schemas.openxmlformats.org/drawingml/2006/main">
              <a:ext uri="{FF2B5EF4-FFF2-40B4-BE49-F238E27FC236}">
                <a16:creationId xmlns:a16="http://schemas.microsoft.com/office/drawing/2014/main" id="{509862A4-C77A-404E-B5D3-9C625E1FABB6}"/>
              </a:ext>
            </a:extLst>
          </p:cNvPr>
          <p:cNvSpPr>
            <a:spLocks xmlns:a="http://schemas.openxmlformats.org/drawingml/2006/main" noGrp="1"/>
          </p:cNvSpPr>
          <p:nvPr/>
        </p:nvSpPr>
        <p:spPr>
          <a:xfrm xmlns:a="http://schemas.openxmlformats.org/drawingml/2006/main">
            <a:off x="609600" y="6229350"/>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defRPr sz="1500">
                <a:solidFill>
                  <a:srgbClr val="52657A"/>
                </a:solidFill>
                <a:latin typeface="Bitstream Charter"/>
                <a:ea typeface="Bitstream Charter"/>
                <a:cs typeface="Bitstream Charter"/>
              </a:defRPr>
            </a:defPPr>
            <a:lvl1pPr>
              <a:defRPr sz="1500">
                <a:solidFill>
                  <a:srgbClr val="52657A"/>
                </a:solidFill>
                <a:latin typeface="Bitstream Charter"/>
                <a:ea typeface="Bitstream Charter"/>
                <a:cs typeface="Bitstream Charter"/>
              </a:defRPr>
            </a:lvl1pPr>
            <a:lvl2pPr>
              <a:defRPr sz="1500">
                <a:solidFill>
                  <a:srgbClr val="52657A"/>
                </a:solidFill>
                <a:latin typeface="Bitstream Charter"/>
                <a:ea typeface="Bitstream Charter"/>
                <a:cs typeface="Bitstream Charter"/>
              </a:defRPr>
            </a:lvl2pPr>
            <a:lvl3pPr>
              <a:defRPr sz="1500">
                <a:solidFill>
                  <a:srgbClr val="52657A"/>
                </a:solidFill>
                <a:latin typeface="Bitstream Charter"/>
                <a:ea typeface="Bitstream Charter"/>
                <a:cs typeface="Bitstream Charter"/>
              </a:defRPr>
            </a:lvl3pPr>
            <a:lvl4pPr>
              <a:defRPr sz="1500">
                <a:solidFill>
                  <a:srgbClr val="52657A"/>
                </a:solidFill>
                <a:latin typeface="Bitstream Charter"/>
                <a:ea typeface="Bitstream Charter"/>
                <a:cs typeface="Bitstream Charter"/>
              </a:defRPr>
            </a:lvl4pPr>
            <a:lvl5pPr>
              <a:defRPr sz="1500">
                <a:solidFill>
                  <a:srgbClr val="52657A"/>
                </a:solidFill>
                <a:latin typeface="Bitstream Charter"/>
                <a:ea typeface="Bitstream Charter"/>
                <a:cs typeface="Bitstream Charter"/>
              </a:defRPr>
            </a:lvl5pPr>
            <a:lvl6pPr>
              <a:defRPr sz="1500">
                <a:solidFill>
                  <a:srgbClr val="52657A"/>
                </a:solidFill>
                <a:latin typeface="Bitstream Charter"/>
                <a:ea typeface="Bitstream Charter"/>
                <a:cs typeface="Bitstream Charter"/>
              </a:defRPr>
            </a:lvl6pPr>
            <a:lvl7pPr>
              <a:defRPr sz="1500">
                <a:solidFill>
                  <a:srgbClr val="52657A"/>
                </a:solidFill>
                <a:latin typeface="Bitstream Charter"/>
                <a:ea typeface="Bitstream Charter"/>
                <a:cs typeface="Bitstream Charter"/>
              </a:defRPr>
            </a:lvl7pPr>
            <a:lvl8pPr>
              <a:defRPr sz="1500">
                <a:solidFill>
                  <a:srgbClr val="52657A"/>
                </a:solidFill>
                <a:latin typeface="Bitstream Charter"/>
                <a:ea typeface="Bitstream Charter"/>
                <a:cs typeface="Bitstream Charter"/>
              </a:defRPr>
            </a:lvl8pPr>
            <a:lvl9pPr>
              <a:defRPr sz="1500">
                <a:solidFill>
                  <a:srgbClr val="52657A"/>
                </a:solidFill>
                <a:latin typeface="Bitstream Charter"/>
                <a:ea typeface="Bitstream Charter"/>
                <a:cs typeface="Bitstream Charter"/>
              </a:defRPr>
            </a:lvl9pPr>
          </a:lstStyle>
          <a:p xmlns:a="http://schemas.openxmlformats.org/drawingml/2006/main">
            <a:pPr>
              <a:defRPr sz="1500">
                <a:solidFill>
                  <a:srgbClr val="52657A"/>
                </a:solidFill>
                <a:latin typeface="Bitstream Charter"/>
                <a:ea typeface="Bitstream Charter"/>
                <a:cs typeface="Bitstream Charter"/>
              </a:defRPr>
            </a:pPr>
            <a:r>
              <a:rPr sz="1500">
                <a:solidFill>
                  <a:srgbClr val="52657A"/>
                </a:solidFill>
                <a:latin typeface="Bitstream Charter"/>
                <a:ea typeface="Bitstream Charter"/>
                <a:cs typeface="Bitstream Charter"/>
              </a:rPr>
              <a:t>m1-freeze-20261025 | ORB v3 conservative, CPU | seeds 17 / 29 / 43 | six public development systems | B=20</a:t>
            </a:r>
          </a:p>
        </p:txBody>
      </p:sp>
    </p:spTree>
    <p:extLst>
      <p:ext uri="{BB962C8B-B14F-4D97-AF65-F5344CB8AC3E}">
        <p14:creationId xmlns:p14="http://schemas.microsoft.com/office/powerpoint/2010/main" val="112495694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2026-10-27T10:47:18.1930000Z</dcterms:created>
  <dcterms:modified xsi:type="dcterms:W3CDTF">2026-10-27T10:47:18.1930000Z</dcterms:modified>
</coreProperties>
</file>