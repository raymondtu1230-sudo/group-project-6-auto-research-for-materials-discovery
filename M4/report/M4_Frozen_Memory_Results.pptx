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057a88fdc2e45c4" /><Relationship Type="http://schemas.openxmlformats.org/officeDocument/2006/relationships/extended-properties" Target="/docProps/app.xml" Id="Rda1f1f52caf74b1f" /><Relationship Type="http://schemas.openxmlformats.org/officeDocument/2006/relationships/officeDocument" Target="/ppt/presentation.xml" Id="R634eabad0a3c4ed4" /></Relationships>
</file>

<file path=ppt/presentation.xml><?xml version="1.0" encoding="utf-8"?>
<p:presentation xmlns:p="http://schemas.openxmlformats.org/presentationml/2006/main">
  <p:sldMasterIdLst>
    <p:sldMasterId xmlns:r="http://schemas.openxmlformats.org/officeDocument/2006/relationships" id="2147483648" r:id="R25e1533a4fe745a8"/>
  </p:sldMasterIdLst>
  <p:notesMasterIdLst>
    <p:notesMasterId xmlns:r="http://schemas.openxmlformats.org/officeDocument/2006/relationships" r:id="R95b0a37239964fcc"/>
  </p:notesMasterIdLst>
  <p:sldIdLst>
    <p:sldId xmlns:r="http://schemas.openxmlformats.org/officeDocument/2006/relationships" id="256" r:id="Ra7e5b3a143714b41"/>
    <p:sldId xmlns:r="http://schemas.openxmlformats.org/officeDocument/2006/relationships" id="257" r:id="R9919bc0a78ac4a3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b5ac34fb4174029" /><Relationship Type="http://schemas.openxmlformats.org/officeDocument/2006/relationships/slideMaster" Target="/ppt/slideMasters/slideMaster1.xml" Id="R25e1533a4fe745a8" /><Relationship Type="http://schemas.openxmlformats.org/officeDocument/2006/relationships/notesMaster" Target="/ppt/notesMasters/notesMaster1.xml" Id="R95b0a37239964fcc" /><Relationship Type="http://schemas.openxmlformats.org/officeDocument/2006/relationships/presProps" Target="/ppt/presProps.xml" Id="Rc53762eb8562454f" /><Relationship Type="http://schemas.openxmlformats.org/officeDocument/2006/relationships/tableStyles" Target="/ppt/tableStyles.xml" Id="Rbb915a1d12264291" /><Relationship Type="http://schemas.openxmlformats.org/officeDocument/2006/relationships/slide" Target="/ppt/slides/slide1.xml" Id="Ra7e5b3a143714b41" /><Relationship Type="http://schemas.openxmlformats.org/officeDocument/2006/relationships/slide" Target="/ppt/slides/slide2.xml" Id="R9919bc0a78ac4a3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97e8685c238403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97822c17d1b440c" /><Relationship Type="http://schemas.openxmlformats.org/officeDocument/2006/relationships/notesMaster" Target="/ppt/notesMasters/notesMaster1.xml" Id="Ra5aff4969c7e4aed" /></Relationships>
</file>

<file path=ppt/notesSlides/_rels/notesSlide2.xml.rels>&#65279;<?xml version="1.0" encoding="utf-8"?><Relationships xmlns="http://schemas.openxmlformats.org/package/2006/relationships"><Relationship Type="http://schemas.openxmlformats.org/officeDocument/2006/relationships/slide" Target="/ppt/slides/slide2.xml" Id="R8c8178274fb54dc8" /><Relationship Type="http://schemas.openxmlformats.org/officeDocument/2006/relationships/notesMaster" Target="/ppt/notesMasters/notesMaster1.xml" Id="R697c901634a54d9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Memory and evidence management</a:t>
            </a:r>
          </a:p>
          <a:p xmlns:a="http://schemas.openxmlformats.org/drawingml/2006/main">
            <a:r>
              <a:t/>
            </a:r>
          </a:p>
          <a:p xmlns:a="http://schemas.openxmlformats.org/drawingml/2006/main">
            <a:r>
              <a:t>M4 stores the public feedback from each evaluated structure and supplies bounded observations to planning. Each attempt keeps its own identity and observed stability. The M1 adapter returns recent observations with contrasting outcomes, up to eight records and 4,000 JSON characters. The independent core also supports composition-distance retrieval, but the active argument-free hook uses bounded recent feedback. M3 consumes this memory. We export every official trajectory, including the final query. Separate generator and filter audit logs remain outside decision inputs and stay enabled when memory is off. Oracle exceptions are outside that capture boundary.</a:t>
            </a:r>
          </a:p>
          <a:p xmlns:a="http://schemas.openxmlformats.org/drawingml/2006/main">
            <a:r>
              <a:t/>
            </a:r>
          </a:p>
          <a:p xmlns:a="http://schemas.openxmlformats.org/drawingml/2006/main">
            <a:r>
              <a:t/>
            </a:r>
          </a:p>
          <a:p xmlns:a="http://schemas.openxmlformats.org/drawingml/2006/main">
            <a:r>
              <a:t/>
            </a:r>
          </a:p>
          <a:p xmlns:a="http://schemas.openxmlformats.org/drawingml/2006/main">
            <a:r>
              <a:t>Sources: M4/src/m4_memory/, M1/PLUGIN_INTERFACE.md. Formal evidence and limitations in M4/report/M4_FROZEN_MEMORY_RESULTS.md.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 Frozen Memory ablation</a:t>
            </a:r>
          </a:p>
          <a:p xmlns:a="http://schemas.openxmlformats.org/drawingml/2006/main">
            <a:r>
              <a:t/>
            </a:r>
          </a:p>
          <a:p xmlns:a="http://schemas.openxmlformats.org/drawingml/2006/main">
            <a:r>
              <a:t>We compared the frozen full agent with memory disabled across six development systems and three seeds, using 20 campaign queries per episode. All 36 runs passed individual validation, and reference snapshots match. Memory ON averaged 10.00 mSUN versus 9.11 OFF. AUDC averaged 88.11 versus 86.94. The effect is mixed: ON is better in eight mSUN pairs, equal in three and worse in seven. For example, it helps on Co-Mg-Na seed 29, but concentrated Sn-Sr search loses against OFF on Mg-Sn-Sr seed 17. Memory helps some allocations but does not guarantee improvement. These results use the development split. M1 reconstructed the ON curves from frozen trajectories with documented provenance.</a:t>
            </a:r>
          </a:p>
          <a:p xmlns:a="http://schemas.openxmlformats.org/drawingml/2006/main">
            <a:r>
              <a:t/>
            </a:r>
          </a:p>
          <a:p xmlns:a="http://schemas.openxmlformats.org/drawingml/2006/main">
            <a:r>
              <a:t>## Sources and Q&amp;A</a:t>
            </a:r>
          </a:p>
          <a:p xmlns:a="http://schemas.openxmlformats.org/drawingml/2006/main">
            <a:r>
              <a:t/>
            </a:r>
          </a:p>
          <a:p xmlns:a="http://schemas.openxmlformats.org/drawingml/2006/main">
            <a:r>
              <a:t>Source table: M4/evidence/frozen-memory-ablation-20261026/paired_results.csv. Chart: analysis/aggregate_curves.csv, arithmetic mean of six systems within seed, then three seeds. Slide table rounds means to two decimals; report includes seed SD. Official AUDC uses new-stable discovery counts, a definition distinct from mSUN. Cases: analysis/TRACED_CASES.md and traced_cases.csv. Costs: analysis/per_run_cost.csv. A budgeted campaign query is one env.step; initialization adds uninstrumented oracle work. LLM cost is not reported. Exact ON consumed-memory IDs are unavailable for the formal reference. Avoid causal attribution to a specific record. All source code and evidence remain separately versioned.</a:t>
            </a:r>
          </a:p>
          <a:p xmlns:a="http://schemas.openxmlformats.org/drawingml/2006/main">
            <a:r>
              <a:t/>
            </a:r>
          </a:p>
          <a:p xmlns:a="http://schemas.openxmlformats.org/drawingml/2006/main">
            <a:r>
              <a:t/>
            </a:r>
          </a:p>
          <a:p xmlns:a="http://schemas.openxmlformats.org/drawingml/2006/main">
            <a:r>
              <a:t>Chart source: M4/evidence/frozen-memory-ablation-20261026/analysis/aggregate_curves.csv. Mean of six systems within each seed, then three seed means. No SD band on this compact slide, see full report curve and table for seed SD. Native chart retains all 20 query points. Chart values round to 10 decimal places for Excel compatibility; the source CSV retains original precision.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1ca4176461447d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d32e3f165eb4d1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b6a041b268149e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0afa25d11214fc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d9e959082e74f1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e2cf27025ab4c2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CE0A743-93E7-4F5E-9109-BC2B070C886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CA6F865-3386-4DC2-97DC-D5A55D05ADE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D84F412-F520-4AC6-B23E-9EDDA9CCC88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53A1009-A03C-483E-A482-F9A571281A5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7B9B39F-DFB2-43DE-B9BE-20BBCA2826F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DDEE9E8-DFF8-42BD-ADB7-6CF24A21F36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29D5D19-4196-475F-A3DB-D52CC303A70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F0239A7-7C66-4867-98EC-97C0EF61B83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24432FD-1B23-40E8-B5C3-A16E3A3D24B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E0D1326-11C7-45D7-A001-714416B6B41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985457d964e456e" /><Relationship Type="http://schemas.openxmlformats.org/officeDocument/2006/relationships/slideLayout" Target="/ppt/slideLayouts/slideLayout1.xml" Id="R07c4a16997b343f7" /><Relationship Type="http://schemas.openxmlformats.org/officeDocument/2006/relationships/slideLayout" Target="/ppt/slideLayouts/slideLayout2.xml" Id="Rc52274a765d7481a" /><Relationship Type="http://schemas.openxmlformats.org/officeDocument/2006/relationships/slideLayout" Target="/ppt/slideLayouts/slideLayout3.xml" Id="Rbdb505146d4c4e27" /><Relationship Type="http://schemas.openxmlformats.org/officeDocument/2006/relationships/slideLayout" Target="/ppt/slideLayouts/slideLayout4.xml" Id="Rfd80575476e142ca" /><Relationship Type="http://schemas.openxmlformats.org/officeDocument/2006/relationships/slideLayout" Target="/ppt/slideLayouts/slideLayout5.xml" Id="Rc2ee335d95ea4737" /><Relationship Type="http://schemas.openxmlformats.org/officeDocument/2006/relationships/slideLayout" Target="/ppt/slideLayouts/slideLayout6.xml" Id="R47061af000a4409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7c4a16997b343f7"/>
    <p:sldLayoutId xmlns:r="http://schemas.openxmlformats.org/officeDocument/2006/relationships" id="2147483650" r:id="Rc52274a765d7481a"/>
    <p:sldLayoutId xmlns:r="http://schemas.openxmlformats.org/officeDocument/2006/relationships" id="2147483651" r:id="Rbdb505146d4c4e27"/>
    <p:sldLayoutId xmlns:r="http://schemas.openxmlformats.org/officeDocument/2006/relationships" id="2147483652" r:id="Rfd80575476e142ca"/>
    <p:sldLayoutId xmlns:r="http://schemas.openxmlformats.org/officeDocument/2006/relationships" id="2147483653" r:id="Rc2ee335d95ea4737"/>
    <p:sldLayoutId xmlns:r="http://schemas.openxmlformats.org/officeDocument/2006/relationships" id="2147483654" r:id="R47061af000a4409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2dde6781e9e4601" /><Relationship Type="http://schemas.openxmlformats.org/officeDocument/2006/relationships/notesSlide" Target="/ppt/notesSlides/notesSlide1.xml" Id="R1f322228e6814f4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144d387204346e5" /><Relationship Type="http://schemas.openxmlformats.org/officeDocument/2006/relationships/chart" Target="/ppt/slides/charts/chart1.xml" Id="Ra7e07fda4ee74dc2" /><Relationship Type="http://schemas.openxmlformats.org/officeDocument/2006/relationships/notesSlide" Target="/ppt/notesSlides/notesSlide2.xml" Id="R309ee34c2077420e"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lineChart>
        <c:grouping val="standard"/>
        <c:varyColors val="0"/>
        <c:ser>
          <c:idx val="0"/>
          <c:order val="0"/>
          <c:tx>
            <c:v>Memory ON</c:v>
          </c:tx>
          <c:spPr>
            <a:ln xmlns:a="http://schemas.openxmlformats.org/drawingml/2006/main" w="28575">
              <a:solidFill>
                <a:srgbClr val="164A72"/>
              </a:solidFill>
            </a:ln>
          </c:spPr>
          <c:marker>
            <c:symbol val="none"/>
          </c:marker>
          <c:cat>
            <c:numRef>
              <c:f>'Chart Data'!$A$2:$A$21</c:f>
              <c:numCache>
                <c:formatCode>General</c:formatCode>
                <c:ptCount val="2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numCache>
            </c:numRef>
          </c:cat>
          <c:val>
            <c:numRef>
              <c:f>'Chart Data'!$B$2:$B$21</c:f>
              <c:numCache>
                <c:formatCode>General</c:formatCode>
                <c:ptCount val="20"/>
                <c:pt idx="0">
                  <c:v>0.1111111111</c:v>
                </c:pt>
                <c:pt idx="1">
                  <c:v>0.2222222222</c:v>
                </c:pt>
                <c:pt idx="2">
                  <c:v>0.6666666667</c:v>
                </c:pt>
                <c:pt idx="3">
                  <c:v>1</c:v>
                </c:pt>
                <c:pt idx="4">
                  <c:v>1.5</c:v>
                </c:pt>
                <c:pt idx="5">
                  <c:v>1.9444444444</c:v>
                </c:pt>
                <c:pt idx="6">
                  <c:v>2.5</c:v>
                </c:pt>
                <c:pt idx="7">
                  <c:v>3.1666666667</c:v>
                </c:pt>
                <c:pt idx="8">
                  <c:v>3.7777777778</c:v>
                </c:pt>
                <c:pt idx="9">
                  <c:v>4.3333333333</c:v>
                </c:pt>
                <c:pt idx="10">
                  <c:v>4.8888888889</c:v>
                </c:pt>
                <c:pt idx="11">
                  <c:v>5.4444444444</c:v>
                </c:pt>
                <c:pt idx="12">
                  <c:v>6.1111111111</c:v>
                </c:pt>
                <c:pt idx="13">
                  <c:v>6.5555555556</c:v>
                </c:pt>
                <c:pt idx="14">
                  <c:v>7</c:v>
                </c:pt>
                <c:pt idx="15">
                  <c:v>7.5</c:v>
                </c:pt>
                <c:pt idx="16">
                  <c:v>8.1666666667</c:v>
                </c:pt>
                <c:pt idx="17">
                  <c:v>8.7777777778</c:v>
                </c:pt>
                <c:pt idx="18">
                  <c:v>9.4444444444</c:v>
                </c:pt>
                <c:pt idx="19">
                  <c:v>10</c:v>
                </c:pt>
              </c:numCache>
            </c:numRef>
          </c:val>
          <c:smooth val="0"/>
        </c:ser>
        <c:ser>
          <c:idx val="1"/>
          <c:order val="1"/>
          <c:tx>
            <c:v>Memory OFF</c:v>
          </c:tx>
          <c:spPr>
            <a:ln xmlns:a="http://schemas.openxmlformats.org/drawingml/2006/main" w="28575">
              <a:solidFill>
                <a:srgbClr val="BA6434"/>
              </a:solidFill>
            </a:ln>
          </c:spPr>
          <c:marker>
            <c:symbol val="none"/>
          </c:marker>
          <c:cat>
            <c:numRef>
              <c:f>'Chart Data'!$C$2:$C$21</c:f>
              <c:numCache>
                <c:formatCode>General</c:formatCode>
                <c:ptCount val="2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numCache>
            </c:numRef>
          </c:cat>
          <c:val>
            <c:numRef>
              <c:f>'Chart Data'!$D$2:$D$21</c:f>
              <c:numCache>
                <c:formatCode>General</c:formatCode>
                <c:ptCount val="20"/>
                <c:pt idx="0">
                  <c:v>0.1111111111</c:v>
                </c:pt>
                <c:pt idx="1">
                  <c:v>0.6111111111</c:v>
                </c:pt>
                <c:pt idx="2">
                  <c:v>0.8888888889</c:v>
                </c:pt>
                <c:pt idx="3">
                  <c:v>1.1666666667</c:v>
                </c:pt>
                <c:pt idx="4">
                  <c:v>1.5555555556</c:v>
                </c:pt>
                <c:pt idx="5">
                  <c:v>2.1666666667</c:v>
                </c:pt>
                <c:pt idx="6">
                  <c:v>2.8333333333</c:v>
                </c:pt>
                <c:pt idx="7">
                  <c:v>3.5555555556</c:v>
                </c:pt>
                <c:pt idx="8">
                  <c:v>3.9444444444</c:v>
                </c:pt>
                <c:pt idx="9">
                  <c:v>4.5555555556</c:v>
                </c:pt>
                <c:pt idx="10">
                  <c:v>4.8888888889</c:v>
                </c:pt>
                <c:pt idx="11">
                  <c:v>5.3333333333</c:v>
                </c:pt>
                <c:pt idx="12">
                  <c:v>5.8888888889</c:v>
                </c:pt>
                <c:pt idx="13">
                  <c:v>6.3888888889</c:v>
                </c:pt>
                <c:pt idx="14">
                  <c:v>6.6666666667</c:v>
                </c:pt>
                <c:pt idx="15">
                  <c:v>7.2222222222</c:v>
                </c:pt>
                <c:pt idx="16">
                  <c:v>7.7222222222</c:v>
                </c:pt>
                <c:pt idx="17">
                  <c:v>8.2222222222</c:v>
                </c:pt>
                <c:pt idx="18">
                  <c:v>8.6666666667</c:v>
                </c:pt>
                <c:pt idx="19">
                  <c:v>9.1111111111</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350">
                    <a:latin typeface="Arial"/>
                    <a:ea typeface="Arial"/>
                    <a:cs typeface="Arial"/>
                  </a:rPr>
                  <a:t>Completed campaign queries</a:t>
                </a:r>
              </a:p>
            </c:rich>
          </c:tx>
          <c:overlay val="0"/>
          <c:txPr>
            <a:bodyPr xmlns:a="http://schemas.openxmlformats.org/drawingml/2006/main" anchorCtr="1"/>
            <a:lstStyle xmlns:a="http://schemas.openxmlformats.org/drawingml/2006/main"/>
            <a:p xmlns:a="http://schemas.openxmlformats.org/drawingml/2006/main">
              <a:pPr>
                <a:defRPr sz="1350">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Arial"/>
                <a:ea typeface="Arial"/>
                <a:cs typeface="Arial"/>
              </a:defRPr>
            </a:pPr>
          </a:p>
        </c:txPr>
        <c:crossAx val="48672768"/>
      </c:catAx>
      <c:valAx>
        <c:axId val="48672768"/>
        <c:scaling>
          <c:orientation val="minMax"/>
          <c:max val="12"/>
          <c:min val="0"/>
        </c:scaling>
        <c:delete val="0"/>
        <c:axPos val="l"/>
        <c:majorGridlines>
          <c:spPr>
            <a:ln xmlns:a="http://schemas.openxmlformats.org/drawingml/2006/main" w="9525">
              <a:solidFill>
                <a:srgbClr val="D6DEE6"/>
              </a:solidFill>
            </a:ln>
          </c:spPr>
        </c:majorGridlines>
        <c:title>
          <c:tx>
            <c:rich>
              <a:bodyPr xmlns:a="http://schemas.openxmlformats.org/drawingml/2006/main"/>
              <a:lstStyle xmlns:a="http://schemas.openxmlformats.org/drawingml/2006/main"/>
              <a:p xmlns:a="http://schemas.openxmlformats.org/drawingml/2006/main">
                <a:r>
                  <a:rPr sz="1350">
                    <a:latin typeface="Arial"/>
                    <a:ea typeface="Arial"/>
                    <a:cs typeface="Arial"/>
                  </a:rPr>
                  <a:t>Mean mSUN</a:t>
                </a:r>
              </a:p>
            </c:rich>
          </c:tx>
          <c:overlay val="0"/>
          <c:txPr>
            <a:bodyPr xmlns:a="http://schemas.openxmlformats.org/drawingml/2006/main" anchorCtr="1"/>
            <a:lstStyle xmlns:a="http://schemas.openxmlformats.org/drawingml/2006/main"/>
            <a:p xmlns:a="http://schemas.openxmlformats.org/drawingml/2006/main">
              <a:pPr>
                <a:defRPr sz="1350">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crossBetween val="between"/>
        <c:majorUnit val="3"/>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500">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99E549A-DE9E-43DA-9478-A88073312876}"/>
              </a:ext>
            </a:extLst>
          </p:cNvPr>
          <p:cNvSpPr>
            <a:spLocks xmlns:a="http://schemas.openxmlformats.org/drawingml/2006/main" noGrp="1"/>
          </p:cNvSpPr>
          <p:nvPr/>
        </p:nvSpPr>
        <p:spPr>
          <a:xfrm xmlns:a="http://schemas.openxmlformats.org/drawingml/2006/main">
            <a:off x="609600" y="42862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152A43"/>
                </a:solidFill>
                <a:latin typeface="Arial"/>
                <a:ea typeface="Arial"/>
                <a:cs typeface="Arial"/>
              </a:defRPr>
            </a:defPPr>
            <a:lvl1pPr>
              <a:buNone/>
              <a:defRPr sz="3600" b="1">
                <a:solidFill>
                  <a:srgbClr val="152A43"/>
                </a:solidFill>
                <a:latin typeface="Arial"/>
                <a:ea typeface="Arial"/>
                <a:cs typeface="Arial"/>
              </a:defRPr>
            </a:lvl1pPr>
            <a:lvl2pPr>
              <a:buNone/>
              <a:defRPr sz="3600" b="1">
                <a:solidFill>
                  <a:srgbClr val="152A43"/>
                </a:solidFill>
                <a:latin typeface="Arial"/>
                <a:ea typeface="Arial"/>
                <a:cs typeface="Arial"/>
              </a:defRPr>
            </a:lvl2pPr>
            <a:lvl3pPr>
              <a:buNone/>
              <a:defRPr sz="3600" b="1">
                <a:solidFill>
                  <a:srgbClr val="152A43"/>
                </a:solidFill>
                <a:latin typeface="Arial"/>
                <a:ea typeface="Arial"/>
                <a:cs typeface="Arial"/>
              </a:defRPr>
            </a:lvl3pPr>
            <a:lvl4pPr>
              <a:buNone/>
              <a:defRPr sz="3600" b="1">
                <a:solidFill>
                  <a:srgbClr val="152A43"/>
                </a:solidFill>
                <a:latin typeface="Arial"/>
                <a:ea typeface="Arial"/>
                <a:cs typeface="Arial"/>
              </a:defRPr>
            </a:lvl4pPr>
            <a:lvl5pPr>
              <a:buNone/>
              <a:defRPr sz="3600" b="1">
                <a:solidFill>
                  <a:srgbClr val="152A43"/>
                </a:solidFill>
                <a:latin typeface="Arial"/>
                <a:ea typeface="Arial"/>
                <a:cs typeface="Arial"/>
              </a:defRPr>
            </a:lvl5pPr>
            <a:lvl6pPr>
              <a:buNone/>
              <a:defRPr sz="3600" b="1">
                <a:solidFill>
                  <a:srgbClr val="152A43"/>
                </a:solidFill>
                <a:latin typeface="Arial"/>
                <a:ea typeface="Arial"/>
                <a:cs typeface="Arial"/>
              </a:defRPr>
            </a:lvl6pPr>
            <a:lvl7pPr>
              <a:buNone/>
              <a:defRPr sz="3600" b="1">
                <a:solidFill>
                  <a:srgbClr val="152A43"/>
                </a:solidFill>
                <a:latin typeface="Arial"/>
                <a:ea typeface="Arial"/>
                <a:cs typeface="Arial"/>
              </a:defRPr>
            </a:lvl7pPr>
            <a:lvl8pPr>
              <a:buNone/>
              <a:defRPr sz="3600" b="1">
                <a:solidFill>
                  <a:srgbClr val="152A43"/>
                </a:solidFill>
                <a:latin typeface="Arial"/>
                <a:ea typeface="Arial"/>
                <a:cs typeface="Arial"/>
              </a:defRPr>
            </a:lvl8pPr>
            <a:lvl9pPr>
              <a:buNone/>
              <a:defRPr sz="3600" b="1">
                <a:solidFill>
                  <a:srgbClr val="152A43"/>
                </a:solidFill>
                <a:latin typeface="Arial"/>
                <a:ea typeface="Arial"/>
                <a:cs typeface="Arial"/>
              </a:defRPr>
            </a:lvl9pPr>
          </a:lstStyle>
          <a:p xmlns:a="http://schemas.openxmlformats.org/drawingml/2006/main">
            <a:pPr>
              <a:buNone/>
              <a:defRPr sz="3600" b="1">
                <a:solidFill>
                  <a:srgbClr val="152A43"/>
                </a:solidFill>
                <a:latin typeface="Arial"/>
                <a:ea typeface="Arial"/>
                <a:cs typeface="Arial"/>
              </a:defRPr>
            </a:pPr>
            <a:r>
              <a:rPr sz="3600" b="1">
                <a:solidFill>
                  <a:srgbClr val="152A43"/>
                </a:solidFill>
                <a:latin typeface="Arial"/>
                <a:ea typeface="Arial"/>
                <a:cs typeface="Arial"/>
              </a:rPr>
              <a:t>Memory and evidence management</a:t>
            </a:r>
          </a:p>
        </p:txBody>
      </p:sp>
      <p:sp>
        <p:nvSpPr>
          <p:cNvPr id="2" name="">
            <a:extLst xmlns:a="http://schemas.openxmlformats.org/drawingml/2006/main">
              <a:ext uri="{FF2B5EF4-FFF2-40B4-BE49-F238E27FC236}">
                <a16:creationId xmlns:a16="http://schemas.microsoft.com/office/drawing/2014/main" id="{43A6538B-147D-407F-B7E8-90BD1D17DBD1}"/>
              </a:ext>
            </a:extLst>
          </p:cNvPr>
          <p:cNvSpPr>
            <a:spLocks xmlns:a="http://schemas.openxmlformats.org/drawingml/2006/main" noGrp="1"/>
          </p:cNvSpPr>
          <p:nvPr/>
        </p:nvSpPr>
        <p:spPr>
          <a:xfrm xmlns:a="http://schemas.openxmlformats.org/drawingml/2006/main">
            <a:off x="609600" y="1476375"/>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52A43"/>
                </a:solidFill>
                <a:latin typeface="Arial"/>
                <a:ea typeface="Arial"/>
                <a:cs typeface="Arial"/>
              </a:defRPr>
            </a:defPPr>
            <a:lvl1pPr>
              <a:buNone/>
              <a:defRPr sz="2250" b="1">
                <a:solidFill>
                  <a:srgbClr val="152A43"/>
                </a:solidFill>
                <a:latin typeface="Arial"/>
                <a:ea typeface="Arial"/>
                <a:cs typeface="Arial"/>
              </a:defRPr>
            </a:lvl1pPr>
            <a:lvl2pPr>
              <a:buNone/>
              <a:defRPr sz="2250" b="1">
                <a:solidFill>
                  <a:srgbClr val="152A43"/>
                </a:solidFill>
                <a:latin typeface="Arial"/>
                <a:ea typeface="Arial"/>
                <a:cs typeface="Arial"/>
              </a:defRPr>
            </a:lvl2pPr>
            <a:lvl3pPr>
              <a:buNone/>
              <a:defRPr sz="2250" b="1">
                <a:solidFill>
                  <a:srgbClr val="152A43"/>
                </a:solidFill>
                <a:latin typeface="Arial"/>
                <a:ea typeface="Arial"/>
                <a:cs typeface="Arial"/>
              </a:defRPr>
            </a:lvl3pPr>
            <a:lvl4pPr>
              <a:buNone/>
              <a:defRPr sz="2250" b="1">
                <a:solidFill>
                  <a:srgbClr val="152A43"/>
                </a:solidFill>
                <a:latin typeface="Arial"/>
                <a:ea typeface="Arial"/>
                <a:cs typeface="Arial"/>
              </a:defRPr>
            </a:lvl4pPr>
            <a:lvl5pPr>
              <a:buNone/>
              <a:defRPr sz="2250" b="1">
                <a:solidFill>
                  <a:srgbClr val="152A43"/>
                </a:solidFill>
                <a:latin typeface="Arial"/>
                <a:ea typeface="Arial"/>
                <a:cs typeface="Arial"/>
              </a:defRPr>
            </a:lvl5pPr>
            <a:lvl6pPr>
              <a:buNone/>
              <a:defRPr sz="2250" b="1">
                <a:solidFill>
                  <a:srgbClr val="152A43"/>
                </a:solidFill>
                <a:latin typeface="Arial"/>
                <a:ea typeface="Arial"/>
                <a:cs typeface="Arial"/>
              </a:defRPr>
            </a:lvl6pPr>
            <a:lvl7pPr>
              <a:buNone/>
              <a:defRPr sz="2250" b="1">
                <a:solidFill>
                  <a:srgbClr val="152A43"/>
                </a:solidFill>
                <a:latin typeface="Arial"/>
                <a:ea typeface="Arial"/>
                <a:cs typeface="Arial"/>
              </a:defRPr>
            </a:lvl7pPr>
            <a:lvl8pPr>
              <a:buNone/>
              <a:defRPr sz="2250" b="1">
                <a:solidFill>
                  <a:srgbClr val="152A43"/>
                </a:solidFill>
                <a:latin typeface="Arial"/>
                <a:ea typeface="Arial"/>
                <a:cs typeface="Arial"/>
              </a:defRPr>
            </a:lvl8pPr>
            <a:lvl9pPr>
              <a:buNone/>
              <a:defRPr sz="2250" b="1">
                <a:solidFill>
                  <a:srgbClr val="152A43"/>
                </a:solidFill>
                <a:latin typeface="Arial"/>
                <a:ea typeface="Arial"/>
                <a:cs typeface="Arial"/>
              </a:defRPr>
            </a:lvl9pPr>
          </a:lstStyle>
          <a:p xmlns:a="http://schemas.openxmlformats.org/drawingml/2006/main">
            <a:pPr>
              <a:buNone/>
              <a:defRPr sz="2250" b="1">
                <a:solidFill>
                  <a:srgbClr val="152A43"/>
                </a:solidFill>
                <a:latin typeface="Arial"/>
                <a:ea typeface="Arial"/>
                <a:cs typeface="Arial"/>
              </a:defRPr>
            </a:pPr>
            <a:r>
              <a:rPr sz="2250" b="1">
                <a:solidFill>
                  <a:srgbClr val="152A43"/>
                </a:solidFill>
                <a:latin typeface="Arial"/>
                <a:ea typeface="Arial"/>
                <a:cs typeface="Arial"/>
              </a:rPr>
              <a:t>Candidate evidence</a:t>
            </a:r>
          </a:p>
        </p:txBody>
      </p:sp>
      <p:sp>
        <p:nvSpPr>
          <p:cNvPr id="3" name="">
            <a:extLst xmlns:a="http://schemas.openxmlformats.org/drawingml/2006/main">
              <a:ext uri="{FF2B5EF4-FFF2-40B4-BE49-F238E27FC236}">
                <a16:creationId xmlns:a16="http://schemas.microsoft.com/office/drawing/2014/main" id="{37317543-107F-4689-8F16-09BD68099B36}"/>
              </a:ext>
            </a:extLst>
          </p:cNvPr>
          <p:cNvSpPr>
            <a:spLocks xmlns:a="http://schemas.openxmlformats.org/drawingml/2006/main" noGrp="1"/>
          </p:cNvSpPr>
          <p:nvPr/>
        </p:nvSpPr>
        <p:spPr>
          <a:xfrm xmlns:a="http://schemas.openxmlformats.org/drawingml/2006/main">
            <a:off x="609600" y="2076450"/>
            <a:ext cx="523875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2A43"/>
                </a:solidFill>
                <a:latin typeface="Arial"/>
                <a:ea typeface="Arial"/>
                <a:cs typeface="Arial"/>
              </a:defRPr>
            </a:defPPr>
            <a:lvl1pPr>
              <a:buNone/>
              <a:defRPr sz="2100" b="0">
                <a:solidFill>
                  <a:srgbClr val="152A43"/>
                </a:solidFill>
                <a:latin typeface="Arial"/>
                <a:ea typeface="Arial"/>
                <a:cs typeface="Arial"/>
              </a:defRPr>
            </a:lvl1pPr>
            <a:lvl2pPr>
              <a:buNone/>
              <a:defRPr sz="2100" b="0">
                <a:solidFill>
                  <a:srgbClr val="152A43"/>
                </a:solidFill>
                <a:latin typeface="Arial"/>
                <a:ea typeface="Arial"/>
                <a:cs typeface="Arial"/>
              </a:defRPr>
            </a:lvl2pPr>
            <a:lvl3pPr>
              <a:buNone/>
              <a:defRPr sz="2100" b="0">
                <a:solidFill>
                  <a:srgbClr val="152A43"/>
                </a:solidFill>
                <a:latin typeface="Arial"/>
                <a:ea typeface="Arial"/>
                <a:cs typeface="Arial"/>
              </a:defRPr>
            </a:lvl3pPr>
            <a:lvl4pPr>
              <a:buNone/>
              <a:defRPr sz="2100" b="0">
                <a:solidFill>
                  <a:srgbClr val="152A43"/>
                </a:solidFill>
                <a:latin typeface="Arial"/>
                <a:ea typeface="Arial"/>
                <a:cs typeface="Arial"/>
              </a:defRPr>
            </a:lvl4pPr>
            <a:lvl5pPr>
              <a:buNone/>
              <a:defRPr sz="2100" b="0">
                <a:solidFill>
                  <a:srgbClr val="152A43"/>
                </a:solidFill>
                <a:latin typeface="Arial"/>
                <a:ea typeface="Arial"/>
                <a:cs typeface="Arial"/>
              </a:defRPr>
            </a:lvl5pPr>
            <a:lvl6pPr>
              <a:buNone/>
              <a:defRPr sz="2100" b="0">
                <a:solidFill>
                  <a:srgbClr val="152A43"/>
                </a:solidFill>
                <a:latin typeface="Arial"/>
                <a:ea typeface="Arial"/>
                <a:cs typeface="Arial"/>
              </a:defRPr>
            </a:lvl6pPr>
            <a:lvl7pPr>
              <a:buNone/>
              <a:defRPr sz="2100" b="0">
                <a:solidFill>
                  <a:srgbClr val="152A43"/>
                </a:solidFill>
                <a:latin typeface="Arial"/>
                <a:ea typeface="Arial"/>
                <a:cs typeface="Arial"/>
              </a:defRPr>
            </a:lvl7pPr>
            <a:lvl8pPr>
              <a:buNone/>
              <a:defRPr sz="2100" b="0">
                <a:solidFill>
                  <a:srgbClr val="152A43"/>
                </a:solidFill>
                <a:latin typeface="Arial"/>
                <a:ea typeface="Arial"/>
                <a:cs typeface="Arial"/>
              </a:defRPr>
            </a:lvl8pPr>
            <a:lvl9pPr>
              <a:buNone/>
              <a:defRPr sz="2100" b="0">
                <a:solidFill>
                  <a:srgbClr val="152A43"/>
                </a:solidFill>
                <a:latin typeface="Arial"/>
                <a:ea typeface="Arial"/>
                <a:cs typeface="Arial"/>
              </a:defRPr>
            </a:lvl9pPr>
          </a:lstStyle>
          <a:p xmlns:a="http://schemas.openxmlformats.org/drawingml/2006/main">
            <a:pPr>
              <a:buNone/>
              <a:defRPr sz="2100" b="0">
                <a:solidFill>
                  <a:srgbClr val="152A43"/>
                </a:solidFill>
                <a:latin typeface="Arial"/>
                <a:ea typeface="Arial"/>
                <a:cs typeface="Arial"/>
              </a:defRPr>
            </a:pPr>
            <a:r>
              <a:rPr sz="2100" b="0">
                <a:solidFill>
                  <a:srgbClr val="152A43"/>
                </a:solidFill>
                <a:latin typeface="Arial"/>
                <a:ea typeface="Arial"/>
                <a:cs typeface="Arial"/>
              </a:rPr>
              <a:t>Run and query identity</a:t>
            </a:r>
          </a:p>
          <a:p xmlns:a="http://schemas.openxmlformats.org/drawingml/2006/main">
            <a:pPr>
              <a:buNone/>
              <a:defRPr sz="2100" b="0">
                <a:solidFill>
                  <a:srgbClr val="152A43"/>
                </a:solidFill>
                <a:latin typeface="Arial"/>
                <a:ea typeface="Arial"/>
                <a:cs typeface="Arial"/>
              </a:defRPr>
            </a:pPr>
            <a:r>
              <a:rPr sz="2100" b="0">
                <a:solidFill>
                  <a:srgbClr val="152A43"/>
                </a:solidFill>
                <a:latin typeface="Arial"/>
                <a:ea typeface="Arial"/>
                <a:cs typeface="Arial"/>
              </a:rPr>
              <a:t>Chemical system and candidate composition</a:t>
            </a:r>
          </a:p>
          <a:p xmlns:a="http://schemas.openxmlformats.org/drawingml/2006/main">
            <a:pPr>
              <a:buNone/>
              <a:defRPr sz="2100" b="0">
                <a:solidFill>
                  <a:srgbClr val="152A43"/>
                </a:solidFill>
                <a:latin typeface="Arial"/>
                <a:ea typeface="Arial"/>
                <a:cs typeface="Arial"/>
              </a:defRPr>
            </a:pPr>
            <a:r>
              <a:rPr sz="2100" b="0">
                <a:solidFill>
                  <a:srgbClr val="152A43"/>
                </a:solidFill>
                <a:latin typeface="Arial"/>
                <a:ea typeface="Arial"/>
                <a:cs typeface="Arial"/>
              </a:rPr>
              <a:t>Energy and observed stability</a:t>
            </a:r>
          </a:p>
          <a:p xmlns:a="http://schemas.openxmlformats.org/drawingml/2006/main">
            <a:pPr>
              <a:buNone/>
              <a:defRPr sz="2100" b="0">
                <a:solidFill>
                  <a:srgbClr val="152A43"/>
                </a:solidFill>
                <a:latin typeface="Arial"/>
                <a:ea typeface="Arial"/>
                <a:cs typeface="Arial"/>
              </a:defRPr>
            </a:pPr>
            <a:r>
              <a:rPr sz="2100" b="0">
                <a:solidFill>
                  <a:srgbClr val="152A43"/>
                </a:solidFill>
                <a:latin typeface="Arial"/>
                <a:ea typeface="Arial"/>
                <a:cs typeface="Arial"/>
              </a:rPr>
              <a:t>A separate record for every structure attempt</a:t>
            </a:r>
          </a:p>
        </p:txBody>
      </p:sp>
      <p:sp>
        <p:nvSpPr>
          <p:cNvPr id="4" name="">
            <a:extLst xmlns:a="http://schemas.openxmlformats.org/drawingml/2006/main">
              <a:ext uri="{FF2B5EF4-FFF2-40B4-BE49-F238E27FC236}">
                <a16:creationId xmlns:a16="http://schemas.microsoft.com/office/drawing/2014/main" id="{C8D3A7E2-CBD4-4D3E-BE57-DE93805BB1E6}"/>
              </a:ext>
            </a:extLst>
          </p:cNvPr>
          <p:cNvSpPr>
            <a:spLocks xmlns:a="http://schemas.openxmlformats.org/drawingml/2006/main" noGrp="1"/>
          </p:cNvSpPr>
          <p:nvPr/>
        </p:nvSpPr>
        <p:spPr>
          <a:xfrm xmlns:a="http://schemas.openxmlformats.org/drawingml/2006/main">
            <a:off x="6705600" y="1476375"/>
            <a:ext cx="4876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52A43"/>
                </a:solidFill>
                <a:latin typeface="Arial"/>
                <a:ea typeface="Arial"/>
                <a:cs typeface="Arial"/>
              </a:defRPr>
            </a:defPPr>
            <a:lvl1pPr>
              <a:buNone/>
              <a:defRPr sz="2250" b="1">
                <a:solidFill>
                  <a:srgbClr val="152A43"/>
                </a:solidFill>
                <a:latin typeface="Arial"/>
                <a:ea typeface="Arial"/>
                <a:cs typeface="Arial"/>
              </a:defRPr>
            </a:lvl1pPr>
            <a:lvl2pPr>
              <a:buNone/>
              <a:defRPr sz="2250" b="1">
                <a:solidFill>
                  <a:srgbClr val="152A43"/>
                </a:solidFill>
                <a:latin typeface="Arial"/>
                <a:ea typeface="Arial"/>
                <a:cs typeface="Arial"/>
              </a:defRPr>
            </a:lvl2pPr>
            <a:lvl3pPr>
              <a:buNone/>
              <a:defRPr sz="2250" b="1">
                <a:solidFill>
                  <a:srgbClr val="152A43"/>
                </a:solidFill>
                <a:latin typeface="Arial"/>
                <a:ea typeface="Arial"/>
                <a:cs typeface="Arial"/>
              </a:defRPr>
            </a:lvl3pPr>
            <a:lvl4pPr>
              <a:buNone/>
              <a:defRPr sz="2250" b="1">
                <a:solidFill>
                  <a:srgbClr val="152A43"/>
                </a:solidFill>
                <a:latin typeface="Arial"/>
                <a:ea typeface="Arial"/>
                <a:cs typeface="Arial"/>
              </a:defRPr>
            </a:lvl4pPr>
            <a:lvl5pPr>
              <a:buNone/>
              <a:defRPr sz="2250" b="1">
                <a:solidFill>
                  <a:srgbClr val="152A43"/>
                </a:solidFill>
                <a:latin typeface="Arial"/>
                <a:ea typeface="Arial"/>
                <a:cs typeface="Arial"/>
              </a:defRPr>
            </a:lvl5pPr>
            <a:lvl6pPr>
              <a:buNone/>
              <a:defRPr sz="2250" b="1">
                <a:solidFill>
                  <a:srgbClr val="152A43"/>
                </a:solidFill>
                <a:latin typeface="Arial"/>
                <a:ea typeface="Arial"/>
                <a:cs typeface="Arial"/>
              </a:defRPr>
            </a:lvl6pPr>
            <a:lvl7pPr>
              <a:buNone/>
              <a:defRPr sz="2250" b="1">
                <a:solidFill>
                  <a:srgbClr val="152A43"/>
                </a:solidFill>
                <a:latin typeface="Arial"/>
                <a:ea typeface="Arial"/>
                <a:cs typeface="Arial"/>
              </a:defRPr>
            </a:lvl7pPr>
            <a:lvl8pPr>
              <a:buNone/>
              <a:defRPr sz="2250" b="1">
                <a:solidFill>
                  <a:srgbClr val="152A43"/>
                </a:solidFill>
                <a:latin typeface="Arial"/>
                <a:ea typeface="Arial"/>
                <a:cs typeface="Arial"/>
              </a:defRPr>
            </a:lvl8pPr>
            <a:lvl9pPr>
              <a:buNone/>
              <a:defRPr sz="2250" b="1">
                <a:solidFill>
                  <a:srgbClr val="152A43"/>
                </a:solidFill>
                <a:latin typeface="Arial"/>
                <a:ea typeface="Arial"/>
                <a:cs typeface="Arial"/>
              </a:defRPr>
            </a:lvl9pPr>
          </a:lstStyle>
          <a:p xmlns:a="http://schemas.openxmlformats.org/drawingml/2006/main">
            <a:pPr>
              <a:buNone/>
              <a:defRPr sz="2250" b="1">
                <a:solidFill>
                  <a:srgbClr val="152A43"/>
                </a:solidFill>
                <a:latin typeface="Arial"/>
                <a:ea typeface="Arial"/>
                <a:cs typeface="Arial"/>
              </a:defRPr>
            </a:pPr>
            <a:r>
              <a:rPr sz="2250" b="1">
                <a:solidFill>
                  <a:srgbClr val="152A43"/>
                </a:solidFill>
                <a:latin typeface="Arial"/>
                <a:ea typeface="Arial"/>
                <a:cs typeface="Arial"/>
              </a:rPr>
              <a:t>Bounded memory for the Planner</a:t>
            </a:r>
          </a:p>
        </p:txBody>
      </p:sp>
      <p:sp>
        <p:nvSpPr>
          <p:cNvPr id="5" name="">
            <a:extLst xmlns:a="http://schemas.openxmlformats.org/drawingml/2006/main">
              <a:ext uri="{FF2B5EF4-FFF2-40B4-BE49-F238E27FC236}">
                <a16:creationId xmlns:a16="http://schemas.microsoft.com/office/drawing/2014/main" id="{7D2B3E82-8F0E-4B0C-9B36-7191D6B834A1}"/>
              </a:ext>
            </a:extLst>
          </p:cNvPr>
          <p:cNvSpPr>
            <a:spLocks xmlns:a="http://schemas.openxmlformats.org/drawingml/2006/main" noGrp="1"/>
          </p:cNvSpPr>
          <p:nvPr/>
        </p:nvSpPr>
        <p:spPr>
          <a:xfrm xmlns:a="http://schemas.openxmlformats.org/drawingml/2006/main">
            <a:off x="6705600" y="2076450"/>
            <a:ext cx="4810125"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2A43"/>
                </a:solidFill>
                <a:latin typeface="Arial"/>
                <a:ea typeface="Arial"/>
                <a:cs typeface="Arial"/>
              </a:defRPr>
            </a:defPPr>
            <a:lvl1pPr>
              <a:buNone/>
              <a:defRPr sz="2100" b="0">
                <a:solidFill>
                  <a:srgbClr val="152A43"/>
                </a:solidFill>
                <a:latin typeface="Arial"/>
                <a:ea typeface="Arial"/>
                <a:cs typeface="Arial"/>
              </a:defRPr>
            </a:lvl1pPr>
            <a:lvl2pPr>
              <a:buNone/>
              <a:defRPr sz="2100" b="0">
                <a:solidFill>
                  <a:srgbClr val="152A43"/>
                </a:solidFill>
                <a:latin typeface="Arial"/>
                <a:ea typeface="Arial"/>
                <a:cs typeface="Arial"/>
              </a:defRPr>
            </a:lvl2pPr>
            <a:lvl3pPr>
              <a:buNone/>
              <a:defRPr sz="2100" b="0">
                <a:solidFill>
                  <a:srgbClr val="152A43"/>
                </a:solidFill>
                <a:latin typeface="Arial"/>
                <a:ea typeface="Arial"/>
                <a:cs typeface="Arial"/>
              </a:defRPr>
            </a:lvl3pPr>
            <a:lvl4pPr>
              <a:buNone/>
              <a:defRPr sz="2100" b="0">
                <a:solidFill>
                  <a:srgbClr val="152A43"/>
                </a:solidFill>
                <a:latin typeface="Arial"/>
                <a:ea typeface="Arial"/>
                <a:cs typeface="Arial"/>
              </a:defRPr>
            </a:lvl4pPr>
            <a:lvl5pPr>
              <a:buNone/>
              <a:defRPr sz="2100" b="0">
                <a:solidFill>
                  <a:srgbClr val="152A43"/>
                </a:solidFill>
                <a:latin typeface="Arial"/>
                <a:ea typeface="Arial"/>
                <a:cs typeface="Arial"/>
              </a:defRPr>
            </a:lvl5pPr>
            <a:lvl6pPr>
              <a:buNone/>
              <a:defRPr sz="2100" b="0">
                <a:solidFill>
                  <a:srgbClr val="152A43"/>
                </a:solidFill>
                <a:latin typeface="Arial"/>
                <a:ea typeface="Arial"/>
                <a:cs typeface="Arial"/>
              </a:defRPr>
            </a:lvl6pPr>
            <a:lvl7pPr>
              <a:buNone/>
              <a:defRPr sz="2100" b="0">
                <a:solidFill>
                  <a:srgbClr val="152A43"/>
                </a:solidFill>
                <a:latin typeface="Arial"/>
                <a:ea typeface="Arial"/>
                <a:cs typeface="Arial"/>
              </a:defRPr>
            </a:lvl7pPr>
            <a:lvl8pPr>
              <a:buNone/>
              <a:defRPr sz="2100" b="0">
                <a:solidFill>
                  <a:srgbClr val="152A43"/>
                </a:solidFill>
                <a:latin typeface="Arial"/>
                <a:ea typeface="Arial"/>
                <a:cs typeface="Arial"/>
              </a:defRPr>
            </a:lvl8pPr>
            <a:lvl9pPr>
              <a:buNone/>
              <a:defRPr sz="2100" b="0">
                <a:solidFill>
                  <a:srgbClr val="152A43"/>
                </a:solidFill>
                <a:latin typeface="Arial"/>
                <a:ea typeface="Arial"/>
                <a:cs typeface="Arial"/>
              </a:defRPr>
            </a:lvl9pPr>
          </a:lstStyle>
          <a:p xmlns:a="http://schemas.openxmlformats.org/drawingml/2006/main">
            <a:pPr>
              <a:buNone/>
              <a:defRPr sz="2100" b="0">
                <a:solidFill>
                  <a:srgbClr val="152A43"/>
                </a:solidFill>
                <a:latin typeface="Arial"/>
                <a:ea typeface="Arial"/>
                <a:cs typeface="Arial"/>
              </a:defRPr>
            </a:pPr>
            <a:r>
              <a:rPr sz="2100" b="0">
                <a:solidFill>
                  <a:srgbClr val="152A43"/>
                </a:solidFill>
                <a:latin typeface="Arial"/>
                <a:ea typeface="Arial"/>
                <a:cs typeface="Arial"/>
              </a:rPr>
              <a:t>Recent observations with contrasting outcomes</a:t>
            </a:r>
          </a:p>
          <a:p xmlns:a="http://schemas.openxmlformats.org/drawingml/2006/main">
            <a:pPr>
              <a:buNone/>
              <a:defRPr sz="2100" b="0">
                <a:solidFill>
                  <a:srgbClr val="152A43"/>
                </a:solidFill>
                <a:latin typeface="Arial"/>
                <a:ea typeface="Arial"/>
                <a:cs typeface="Arial"/>
              </a:defRPr>
            </a:pPr>
            <a:r>
              <a:rPr sz="2100" b="0">
                <a:solidFill>
                  <a:srgbClr val="152A43"/>
                </a:solidFill>
                <a:latin typeface="Arial"/>
                <a:ea typeface="Arial"/>
                <a:cs typeface="Arial"/>
              </a:rPr>
              <a:t>Up to 8 records and 4,000 JSON characters</a:t>
            </a:r>
          </a:p>
          <a:p xmlns:a="http://schemas.openxmlformats.org/drawingml/2006/main">
            <a:pPr>
              <a:buNone/>
              <a:defRPr sz="2100" b="0">
                <a:solidFill>
                  <a:srgbClr val="152A43"/>
                </a:solidFill>
                <a:latin typeface="Arial"/>
                <a:ea typeface="Arial"/>
                <a:cs typeface="Arial"/>
              </a:defRPr>
            </a:pPr>
            <a:r>
              <a:rPr sz="2100" b="0">
                <a:solidFill>
                  <a:srgbClr val="152A43"/>
                </a:solidFill>
                <a:latin typeface="Arial"/>
                <a:ea typeface="Arial"/>
                <a:cs typeface="Arial"/>
              </a:rPr>
              <a:t>Episode isolation and checkpoint recovery</a:t>
            </a:r>
          </a:p>
        </p:txBody>
      </p:sp>
      <p:sp>
        <p:nvSpPr>
          <p:cNvPr id="6" name="">
            <a:extLst xmlns:a="http://schemas.openxmlformats.org/drawingml/2006/main">
              <a:ext uri="{FF2B5EF4-FFF2-40B4-BE49-F238E27FC236}">
                <a16:creationId xmlns:a16="http://schemas.microsoft.com/office/drawing/2014/main" id="{C51FF765-F577-4885-AD08-564721DBE292}"/>
              </a:ext>
            </a:extLst>
          </p:cNvPr>
          <p:cNvSpPr>
            <a:spLocks xmlns:a="http://schemas.openxmlformats.org/drawingml/2006/main" noGrp="1"/>
          </p:cNvSpPr>
          <p:nvPr/>
        </p:nvSpPr>
        <p:spPr>
          <a:xfrm xmlns:a="http://schemas.openxmlformats.org/drawingml/2006/main">
            <a:off x="609600" y="44481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52A43"/>
                </a:solidFill>
                <a:latin typeface="Arial"/>
                <a:ea typeface="Arial"/>
                <a:cs typeface="Arial"/>
              </a:defRPr>
            </a:defPPr>
            <a:lvl1pPr>
              <a:buNone/>
              <a:defRPr sz="2250" b="1">
                <a:solidFill>
                  <a:srgbClr val="152A43"/>
                </a:solidFill>
                <a:latin typeface="Arial"/>
                <a:ea typeface="Arial"/>
                <a:cs typeface="Arial"/>
              </a:defRPr>
            </a:lvl1pPr>
            <a:lvl2pPr>
              <a:buNone/>
              <a:defRPr sz="2250" b="1">
                <a:solidFill>
                  <a:srgbClr val="152A43"/>
                </a:solidFill>
                <a:latin typeface="Arial"/>
                <a:ea typeface="Arial"/>
                <a:cs typeface="Arial"/>
              </a:defRPr>
            </a:lvl2pPr>
            <a:lvl3pPr>
              <a:buNone/>
              <a:defRPr sz="2250" b="1">
                <a:solidFill>
                  <a:srgbClr val="152A43"/>
                </a:solidFill>
                <a:latin typeface="Arial"/>
                <a:ea typeface="Arial"/>
                <a:cs typeface="Arial"/>
              </a:defRPr>
            </a:lvl3pPr>
            <a:lvl4pPr>
              <a:buNone/>
              <a:defRPr sz="2250" b="1">
                <a:solidFill>
                  <a:srgbClr val="152A43"/>
                </a:solidFill>
                <a:latin typeface="Arial"/>
                <a:ea typeface="Arial"/>
                <a:cs typeface="Arial"/>
              </a:defRPr>
            </a:lvl4pPr>
            <a:lvl5pPr>
              <a:buNone/>
              <a:defRPr sz="2250" b="1">
                <a:solidFill>
                  <a:srgbClr val="152A43"/>
                </a:solidFill>
                <a:latin typeface="Arial"/>
                <a:ea typeface="Arial"/>
                <a:cs typeface="Arial"/>
              </a:defRPr>
            </a:lvl5pPr>
            <a:lvl6pPr>
              <a:buNone/>
              <a:defRPr sz="2250" b="1">
                <a:solidFill>
                  <a:srgbClr val="152A43"/>
                </a:solidFill>
                <a:latin typeface="Arial"/>
                <a:ea typeface="Arial"/>
                <a:cs typeface="Arial"/>
              </a:defRPr>
            </a:lvl6pPr>
            <a:lvl7pPr>
              <a:buNone/>
              <a:defRPr sz="2250" b="1">
                <a:solidFill>
                  <a:srgbClr val="152A43"/>
                </a:solidFill>
                <a:latin typeface="Arial"/>
                <a:ea typeface="Arial"/>
                <a:cs typeface="Arial"/>
              </a:defRPr>
            </a:lvl7pPr>
            <a:lvl8pPr>
              <a:buNone/>
              <a:defRPr sz="2250" b="1">
                <a:solidFill>
                  <a:srgbClr val="152A43"/>
                </a:solidFill>
                <a:latin typeface="Arial"/>
                <a:ea typeface="Arial"/>
                <a:cs typeface="Arial"/>
              </a:defRPr>
            </a:lvl8pPr>
            <a:lvl9pPr>
              <a:buNone/>
              <a:defRPr sz="2250" b="1">
                <a:solidFill>
                  <a:srgbClr val="152A43"/>
                </a:solidFill>
                <a:latin typeface="Arial"/>
                <a:ea typeface="Arial"/>
                <a:cs typeface="Arial"/>
              </a:defRPr>
            </a:lvl9pPr>
          </a:lstStyle>
          <a:p xmlns:a="http://schemas.openxmlformats.org/drawingml/2006/main">
            <a:pPr>
              <a:buNone/>
              <a:defRPr sz="2250" b="1">
                <a:solidFill>
                  <a:srgbClr val="152A43"/>
                </a:solidFill>
                <a:latin typeface="Arial"/>
                <a:ea typeface="Arial"/>
                <a:cs typeface="Arial"/>
              </a:defRPr>
            </a:pPr>
            <a:r>
              <a:rPr sz="2250" b="1">
                <a:solidFill>
                  <a:srgbClr val="152A43"/>
                </a:solidFill>
                <a:latin typeface="Arial"/>
                <a:ea typeface="Arial"/>
                <a:cs typeface="Arial"/>
              </a:rPr>
              <a:t>Complete evidence in both ON and OFF runs</a:t>
            </a:r>
          </a:p>
        </p:txBody>
      </p:sp>
      <p:sp>
        <p:nvSpPr>
          <p:cNvPr id="7" name="">
            <a:extLst xmlns:a="http://schemas.openxmlformats.org/drawingml/2006/main">
              <a:ext uri="{FF2B5EF4-FFF2-40B4-BE49-F238E27FC236}">
                <a16:creationId xmlns:a16="http://schemas.microsoft.com/office/drawing/2014/main" id="{C4E7397A-28F8-4169-B645-7C1824C00148}"/>
              </a:ext>
            </a:extLst>
          </p:cNvPr>
          <p:cNvSpPr>
            <a:spLocks xmlns:a="http://schemas.openxmlformats.org/drawingml/2006/main" noGrp="1"/>
          </p:cNvSpPr>
          <p:nvPr/>
        </p:nvSpPr>
        <p:spPr>
          <a:xfrm xmlns:a="http://schemas.openxmlformats.org/drawingml/2006/main">
            <a:off x="609600" y="5000625"/>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A43"/>
                </a:solidFill>
                <a:latin typeface="Arial"/>
                <a:ea typeface="Arial"/>
                <a:cs typeface="Arial"/>
              </a:defRPr>
            </a:defPPr>
            <a:lvl1pPr>
              <a:buNone/>
              <a:defRPr sz="2100" b="0">
                <a:solidFill>
                  <a:srgbClr val="152A43"/>
                </a:solidFill>
                <a:latin typeface="Arial"/>
                <a:ea typeface="Arial"/>
                <a:cs typeface="Arial"/>
              </a:defRPr>
            </a:lvl1pPr>
            <a:lvl2pPr>
              <a:buNone/>
              <a:defRPr sz="2100" b="0">
                <a:solidFill>
                  <a:srgbClr val="152A43"/>
                </a:solidFill>
                <a:latin typeface="Arial"/>
                <a:ea typeface="Arial"/>
                <a:cs typeface="Arial"/>
              </a:defRPr>
            </a:lvl2pPr>
            <a:lvl3pPr>
              <a:buNone/>
              <a:defRPr sz="2100" b="0">
                <a:solidFill>
                  <a:srgbClr val="152A43"/>
                </a:solidFill>
                <a:latin typeface="Arial"/>
                <a:ea typeface="Arial"/>
                <a:cs typeface="Arial"/>
              </a:defRPr>
            </a:lvl3pPr>
            <a:lvl4pPr>
              <a:buNone/>
              <a:defRPr sz="2100" b="0">
                <a:solidFill>
                  <a:srgbClr val="152A43"/>
                </a:solidFill>
                <a:latin typeface="Arial"/>
                <a:ea typeface="Arial"/>
                <a:cs typeface="Arial"/>
              </a:defRPr>
            </a:lvl4pPr>
            <a:lvl5pPr>
              <a:buNone/>
              <a:defRPr sz="2100" b="0">
                <a:solidFill>
                  <a:srgbClr val="152A43"/>
                </a:solidFill>
                <a:latin typeface="Arial"/>
                <a:ea typeface="Arial"/>
                <a:cs typeface="Arial"/>
              </a:defRPr>
            </a:lvl5pPr>
            <a:lvl6pPr>
              <a:buNone/>
              <a:defRPr sz="2100" b="0">
                <a:solidFill>
                  <a:srgbClr val="152A43"/>
                </a:solidFill>
                <a:latin typeface="Arial"/>
                <a:ea typeface="Arial"/>
                <a:cs typeface="Arial"/>
              </a:defRPr>
            </a:lvl6pPr>
            <a:lvl7pPr>
              <a:buNone/>
              <a:defRPr sz="2100" b="0">
                <a:solidFill>
                  <a:srgbClr val="152A43"/>
                </a:solidFill>
                <a:latin typeface="Arial"/>
                <a:ea typeface="Arial"/>
                <a:cs typeface="Arial"/>
              </a:defRPr>
            </a:lvl7pPr>
            <a:lvl8pPr>
              <a:buNone/>
              <a:defRPr sz="2100" b="0">
                <a:solidFill>
                  <a:srgbClr val="152A43"/>
                </a:solidFill>
                <a:latin typeface="Arial"/>
                <a:ea typeface="Arial"/>
                <a:cs typeface="Arial"/>
              </a:defRPr>
            </a:lvl8pPr>
            <a:lvl9pPr>
              <a:buNone/>
              <a:defRPr sz="2100" b="0">
                <a:solidFill>
                  <a:srgbClr val="152A43"/>
                </a:solidFill>
                <a:latin typeface="Arial"/>
                <a:ea typeface="Arial"/>
                <a:cs typeface="Arial"/>
              </a:defRPr>
            </a:lvl9pPr>
          </a:lstStyle>
          <a:p xmlns:a="http://schemas.openxmlformats.org/drawingml/2006/main">
            <a:pPr>
              <a:buNone/>
              <a:defRPr sz="1950" b="0">
                <a:solidFill>
                  <a:srgbClr val="152A43"/>
                </a:solidFill>
                <a:latin typeface="Arial"/>
                <a:ea typeface="Arial"/>
                <a:cs typeface="Arial"/>
              </a:defRPr>
            </a:pPr>
            <a:r>
              <a:rPr sz="1950" b="0">
                <a:solidFill>
                  <a:srgbClr val="152A43"/>
                </a:solidFill>
                <a:latin typeface="Arial"/>
                <a:ea typeface="Arial"/>
                <a:cs typeface="Arial"/>
              </a:rPr>
              <a:t>Export each official trajectory, including the final evaluation.</a:t>
            </a:r>
          </a:p>
          <a:p xmlns:a="http://schemas.openxmlformats.org/drawingml/2006/main">
            <a:pPr>
              <a:buNone/>
              <a:defRPr sz="1950" b="0">
                <a:solidFill>
                  <a:srgbClr val="152A43"/>
                </a:solidFill>
                <a:latin typeface="Arial"/>
                <a:ea typeface="Arial"/>
                <a:cs typeface="Arial"/>
              </a:defRPr>
            </a:pPr>
            <a:r>
              <a:rPr sz="1950" b="0">
                <a:solidFill>
                  <a:srgbClr val="152A43"/>
                </a:solidFill>
                <a:latin typeface="Arial"/>
                <a:ea typeface="Arial"/>
                <a:cs typeface="Arial"/>
              </a:rPr>
              <a:t>Generator/filter audit logs remain separate from decision inputs.</a:t>
            </a:r>
          </a:p>
        </p:txBody>
      </p:sp>
      <p:sp>
        <p:nvSpPr>
          <p:cNvPr id="8" name="">
            <a:extLst xmlns:a="http://schemas.openxmlformats.org/drawingml/2006/main">
              <a:ext uri="{FF2B5EF4-FFF2-40B4-BE49-F238E27FC236}">
                <a16:creationId xmlns:a16="http://schemas.microsoft.com/office/drawing/2014/main" id="{3E362FA6-98F8-45BE-9982-B90523306528}"/>
              </a:ext>
            </a:extLst>
          </p:cNvPr>
          <p:cNvSpPr>
            <a:spLocks xmlns:a="http://schemas.openxmlformats.org/drawingml/2006/main" noGrp="1"/>
          </p:cNvSpPr>
          <p:nvPr/>
        </p:nvSpPr>
        <p:spPr>
          <a:xfrm xmlns:a="http://schemas.openxmlformats.org/drawingml/2006/main">
            <a:off x="609600" y="6143625"/>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B6470"/>
                </a:solidFill>
                <a:latin typeface="Arial"/>
                <a:ea typeface="Arial"/>
                <a:cs typeface="Arial"/>
              </a:defRPr>
            </a:defPPr>
            <a:lvl1pPr>
              <a:buNone/>
              <a:defRPr sz="1725" b="0">
                <a:solidFill>
                  <a:srgbClr val="5B6470"/>
                </a:solidFill>
                <a:latin typeface="Arial"/>
                <a:ea typeface="Arial"/>
                <a:cs typeface="Arial"/>
              </a:defRPr>
            </a:lvl1pPr>
            <a:lvl2pPr>
              <a:buNone/>
              <a:defRPr sz="1725" b="0">
                <a:solidFill>
                  <a:srgbClr val="5B6470"/>
                </a:solidFill>
                <a:latin typeface="Arial"/>
                <a:ea typeface="Arial"/>
                <a:cs typeface="Arial"/>
              </a:defRPr>
            </a:lvl2pPr>
            <a:lvl3pPr>
              <a:buNone/>
              <a:defRPr sz="1725" b="0">
                <a:solidFill>
                  <a:srgbClr val="5B6470"/>
                </a:solidFill>
                <a:latin typeface="Arial"/>
                <a:ea typeface="Arial"/>
                <a:cs typeface="Arial"/>
              </a:defRPr>
            </a:lvl3pPr>
            <a:lvl4pPr>
              <a:buNone/>
              <a:defRPr sz="1725" b="0">
                <a:solidFill>
                  <a:srgbClr val="5B6470"/>
                </a:solidFill>
                <a:latin typeface="Arial"/>
                <a:ea typeface="Arial"/>
                <a:cs typeface="Arial"/>
              </a:defRPr>
            </a:lvl4pPr>
            <a:lvl5pPr>
              <a:buNone/>
              <a:defRPr sz="1725" b="0">
                <a:solidFill>
                  <a:srgbClr val="5B6470"/>
                </a:solidFill>
                <a:latin typeface="Arial"/>
                <a:ea typeface="Arial"/>
                <a:cs typeface="Arial"/>
              </a:defRPr>
            </a:lvl5pPr>
            <a:lvl6pPr>
              <a:buNone/>
              <a:defRPr sz="1725" b="0">
                <a:solidFill>
                  <a:srgbClr val="5B6470"/>
                </a:solidFill>
                <a:latin typeface="Arial"/>
                <a:ea typeface="Arial"/>
                <a:cs typeface="Arial"/>
              </a:defRPr>
            </a:lvl6pPr>
            <a:lvl7pPr>
              <a:buNone/>
              <a:defRPr sz="1725" b="0">
                <a:solidFill>
                  <a:srgbClr val="5B6470"/>
                </a:solidFill>
                <a:latin typeface="Arial"/>
                <a:ea typeface="Arial"/>
                <a:cs typeface="Arial"/>
              </a:defRPr>
            </a:lvl7pPr>
            <a:lvl8pPr>
              <a:buNone/>
              <a:defRPr sz="1725" b="0">
                <a:solidFill>
                  <a:srgbClr val="5B6470"/>
                </a:solidFill>
                <a:latin typeface="Arial"/>
                <a:ea typeface="Arial"/>
                <a:cs typeface="Arial"/>
              </a:defRPr>
            </a:lvl8pPr>
            <a:lvl9pPr>
              <a:buNone/>
              <a:defRPr sz="1725" b="0">
                <a:solidFill>
                  <a:srgbClr val="5B6470"/>
                </a:solidFill>
                <a:latin typeface="Arial"/>
                <a:ea typeface="Arial"/>
                <a:cs typeface="Arial"/>
              </a:defRPr>
            </a:lvl9pPr>
          </a:lstStyle>
          <a:p xmlns:a="http://schemas.openxmlformats.org/drawingml/2006/main">
            <a:pPr>
              <a:buNone/>
              <a:defRPr sz="1725" b="0">
                <a:solidFill>
                  <a:srgbClr val="5B6470"/>
                </a:solidFill>
                <a:latin typeface="Arial"/>
                <a:ea typeface="Arial"/>
                <a:cs typeface="Arial"/>
              </a:defRPr>
            </a:pPr>
            <a:r>
              <a:rPr sz="1725" b="0">
                <a:solidFill>
                  <a:srgbClr val="5B6470"/>
                </a:solidFill>
                <a:latin typeface="Arial"/>
                <a:ea typeface="Arial"/>
                <a:cs typeface="Arial"/>
              </a:rPr>
              <a:t>M1/M3 integration complete. Frozen dev ablation: 18 paired episodes.</a:t>
            </a:r>
          </a:p>
        </p:txBody>
      </p:sp>
    </p:spTree>
    <p:extLst>
      <p:ext uri="{BB962C8B-B14F-4D97-AF65-F5344CB8AC3E}">
        <p14:creationId xmlns:p14="http://schemas.microsoft.com/office/powerpoint/2010/main" val="118639557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C9DE5ED-8F4B-49D4-8B6E-7E9AD88D0DFF}"/>
              </a:ext>
            </a:extLst>
          </p:cNvPr>
          <p:cNvSpPr>
            <a:spLocks xmlns:a="http://schemas.openxmlformats.org/drawingml/2006/main" noGrp="1"/>
          </p:cNvSpPr>
          <p:nvPr/>
        </p:nvSpPr>
        <p:spPr>
          <a:xfrm xmlns:a="http://schemas.openxmlformats.org/drawingml/2006/main">
            <a:off x="609600" y="42862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152A43"/>
                </a:solidFill>
                <a:latin typeface="Arial"/>
                <a:ea typeface="Arial"/>
                <a:cs typeface="Arial"/>
              </a:defRPr>
            </a:defPPr>
            <a:lvl1pPr>
              <a:buNone/>
              <a:defRPr sz="3600" b="1">
                <a:solidFill>
                  <a:srgbClr val="152A43"/>
                </a:solidFill>
                <a:latin typeface="Arial"/>
                <a:ea typeface="Arial"/>
                <a:cs typeface="Arial"/>
              </a:defRPr>
            </a:lvl1pPr>
            <a:lvl2pPr>
              <a:buNone/>
              <a:defRPr sz="3600" b="1">
                <a:solidFill>
                  <a:srgbClr val="152A43"/>
                </a:solidFill>
                <a:latin typeface="Arial"/>
                <a:ea typeface="Arial"/>
                <a:cs typeface="Arial"/>
              </a:defRPr>
            </a:lvl2pPr>
            <a:lvl3pPr>
              <a:buNone/>
              <a:defRPr sz="3600" b="1">
                <a:solidFill>
                  <a:srgbClr val="152A43"/>
                </a:solidFill>
                <a:latin typeface="Arial"/>
                <a:ea typeface="Arial"/>
                <a:cs typeface="Arial"/>
              </a:defRPr>
            </a:lvl3pPr>
            <a:lvl4pPr>
              <a:buNone/>
              <a:defRPr sz="3600" b="1">
                <a:solidFill>
                  <a:srgbClr val="152A43"/>
                </a:solidFill>
                <a:latin typeface="Arial"/>
                <a:ea typeface="Arial"/>
                <a:cs typeface="Arial"/>
              </a:defRPr>
            </a:lvl4pPr>
            <a:lvl5pPr>
              <a:buNone/>
              <a:defRPr sz="3600" b="1">
                <a:solidFill>
                  <a:srgbClr val="152A43"/>
                </a:solidFill>
                <a:latin typeface="Arial"/>
                <a:ea typeface="Arial"/>
                <a:cs typeface="Arial"/>
              </a:defRPr>
            </a:lvl5pPr>
            <a:lvl6pPr>
              <a:buNone/>
              <a:defRPr sz="3600" b="1">
                <a:solidFill>
                  <a:srgbClr val="152A43"/>
                </a:solidFill>
                <a:latin typeface="Arial"/>
                <a:ea typeface="Arial"/>
                <a:cs typeface="Arial"/>
              </a:defRPr>
            </a:lvl6pPr>
            <a:lvl7pPr>
              <a:buNone/>
              <a:defRPr sz="3600" b="1">
                <a:solidFill>
                  <a:srgbClr val="152A43"/>
                </a:solidFill>
                <a:latin typeface="Arial"/>
                <a:ea typeface="Arial"/>
                <a:cs typeface="Arial"/>
              </a:defRPr>
            </a:lvl7pPr>
            <a:lvl8pPr>
              <a:buNone/>
              <a:defRPr sz="3600" b="1">
                <a:solidFill>
                  <a:srgbClr val="152A43"/>
                </a:solidFill>
                <a:latin typeface="Arial"/>
                <a:ea typeface="Arial"/>
                <a:cs typeface="Arial"/>
              </a:defRPr>
            </a:lvl8pPr>
            <a:lvl9pPr>
              <a:buNone/>
              <a:defRPr sz="3600" b="1">
                <a:solidFill>
                  <a:srgbClr val="152A43"/>
                </a:solidFill>
                <a:latin typeface="Arial"/>
                <a:ea typeface="Arial"/>
                <a:cs typeface="Arial"/>
              </a:defRPr>
            </a:lvl9pPr>
          </a:lstStyle>
          <a:p xmlns:a="http://schemas.openxmlformats.org/drawingml/2006/main">
            <a:pPr>
              <a:buNone/>
              <a:defRPr sz="3600" b="1">
                <a:solidFill>
                  <a:srgbClr val="152A43"/>
                </a:solidFill>
                <a:latin typeface="Arial"/>
                <a:ea typeface="Arial"/>
                <a:cs typeface="Arial"/>
              </a:defRPr>
            </a:pPr>
            <a:r>
              <a:rPr sz="3600" b="1">
                <a:solidFill>
                  <a:srgbClr val="152A43"/>
                </a:solidFill>
                <a:latin typeface="Arial"/>
                <a:ea typeface="Arial"/>
                <a:cs typeface="Arial"/>
              </a:rPr>
              <a:t>Frozen Memory ablation</a:t>
            </a:r>
          </a:p>
        </p:txBody>
      </p:sp>
      <p:sp>
        <p:nvSpPr>
          <p:cNvPr id="3" name="">
            <a:extLst xmlns:a="http://schemas.openxmlformats.org/drawingml/2006/main">
              <a:ext uri="{FF2B5EF4-FFF2-40B4-BE49-F238E27FC236}">
                <a16:creationId xmlns:a16="http://schemas.microsoft.com/office/drawing/2014/main" id="{ED5712AA-BE3B-417C-ABC0-F83BB3CDFACE}"/>
              </a:ext>
            </a:extLst>
          </p:cNvPr>
          <p:cNvSpPr>
            <a:spLocks xmlns:a="http://schemas.openxmlformats.org/drawingml/2006/main" noGrp="1"/>
          </p:cNvSpPr>
          <p:nvPr/>
        </p:nvSpPr>
        <p:spPr>
          <a:xfrm xmlns:a="http://schemas.openxmlformats.org/drawingml/2006/main">
            <a:off x="609600" y="5619750"/>
            <a:ext cx="5143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52A43"/>
                </a:solidFill>
                <a:latin typeface="Arial"/>
                <a:ea typeface="Arial"/>
                <a:cs typeface="Arial"/>
              </a:defRPr>
            </a:defPPr>
            <a:lvl1pPr>
              <a:buNone/>
              <a:defRPr sz="1950" b="1">
                <a:solidFill>
                  <a:srgbClr val="152A43"/>
                </a:solidFill>
                <a:latin typeface="Arial"/>
                <a:ea typeface="Arial"/>
                <a:cs typeface="Arial"/>
              </a:defRPr>
            </a:lvl1pPr>
            <a:lvl2pPr>
              <a:buNone/>
              <a:defRPr sz="1950" b="1">
                <a:solidFill>
                  <a:srgbClr val="152A43"/>
                </a:solidFill>
                <a:latin typeface="Arial"/>
                <a:ea typeface="Arial"/>
                <a:cs typeface="Arial"/>
              </a:defRPr>
            </a:lvl2pPr>
            <a:lvl3pPr>
              <a:buNone/>
              <a:defRPr sz="1950" b="1">
                <a:solidFill>
                  <a:srgbClr val="152A43"/>
                </a:solidFill>
                <a:latin typeface="Arial"/>
                <a:ea typeface="Arial"/>
                <a:cs typeface="Arial"/>
              </a:defRPr>
            </a:lvl3pPr>
            <a:lvl4pPr>
              <a:buNone/>
              <a:defRPr sz="1950" b="1">
                <a:solidFill>
                  <a:srgbClr val="152A43"/>
                </a:solidFill>
                <a:latin typeface="Arial"/>
                <a:ea typeface="Arial"/>
                <a:cs typeface="Arial"/>
              </a:defRPr>
            </a:lvl4pPr>
            <a:lvl5pPr>
              <a:buNone/>
              <a:defRPr sz="1950" b="1">
                <a:solidFill>
                  <a:srgbClr val="152A43"/>
                </a:solidFill>
                <a:latin typeface="Arial"/>
                <a:ea typeface="Arial"/>
                <a:cs typeface="Arial"/>
              </a:defRPr>
            </a:lvl5pPr>
            <a:lvl6pPr>
              <a:buNone/>
              <a:defRPr sz="1950" b="1">
                <a:solidFill>
                  <a:srgbClr val="152A43"/>
                </a:solidFill>
                <a:latin typeface="Arial"/>
                <a:ea typeface="Arial"/>
                <a:cs typeface="Arial"/>
              </a:defRPr>
            </a:lvl6pPr>
            <a:lvl7pPr>
              <a:buNone/>
              <a:defRPr sz="1950" b="1">
                <a:solidFill>
                  <a:srgbClr val="152A43"/>
                </a:solidFill>
                <a:latin typeface="Arial"/>
                <a:ea typeface="Arial"/>
                <a:cs typeface="Arial"/>
              </a:defRPr>
            </a:lvl7pPr>
            <a:lvl8pPr>
              <a:buNone/>
              <a:defRPr sz="1950" b="1">
                <a:solidFill>
                  <a:srgbClr val="152A43"/>
                </a:solidFill>
                <a:latin typeface="Arial"/>
                <a:ea typeface="Arial"/>
                <a:cs typeface="Arial"/>
              </a:defRPr>
            </a:lvl8pPr>
            <a:lvl9pPr>
              <a:buNone/>
              <a:defRPr sz="1950" b="1">
                <a:solidFill>
                  <a:srgbClr val="152A43"/>
                </a:solidFill>
                <a:latin typeface="Arial"/>
                <a:ea typeface="Arial"/>
                <a:cs typeface="Arial"/>
              </a:defRPr>
            </a:lvl9pPr>
          </a:lstStyle>
          <a:p xmlns:a="http://schemas.openxmlformats.org/drawingml/2006/main">
            <a:pPr>
              <a:buNone/>
              <a:defRPr sz="1950" b="1">
                <a:solidFill>
                  <a:srgbClr val="152A43"/>
                </a:solidFill>
                <a:latin typeface="Arial"/>
                <a:ea typeface="Arial"/>
                <a:cs typeface="Arial"/>
              </a:defRPr>
            </a:pPr>
            <a:r>
              <a:rPr sz="1950" b="1">
                <a:solidFill>
                  <a:srgbClr val="152A43"/>
                </a:solidFill>
                <a:latin typeface="Arial"/>
                <a:ea typeface="Arial"/>
                <a:cs typeface="Arial"/>
              </a:rPr>
              <a:t>Discovery across 18 development pairs</a:t>
            </a:r>
          </a:p>
        </p:txBody>
      </p:sp>
      <p:sp>
        <p:nvSpPr>
          <p:cNvPr id="4" name="">
            <a:extLst xmlns:a="http://schemas.openxmlformats.org/drawingml/2006/main">
              <a:ext uri="{FF2B5EF4-FFF2-40B4-BE49-F238E27FC236}">
                <a16:creationId xmlns:a16="http://schemas.microsoft.com/office/drawing/2014/main" id="{0F8CB7BC-C187-43A0-8890-1F47FD8465FE}"/>
              </a:ext>
            </a:extLst>
          </p:cNvPr>
          <p:cNvSpPr>
            <a:spLocks xmlns:a="http://schemas.openxmlformats.org/drawingml/2006/main" noGrp="1"/>
          </p:cNvSpPr>
          <p:nvPr/>
        </p:nvSpPr>
        <p:spPr>
          <a:xfrm xmlns:a="http://schemas.openxmlformats.org/drawingml/2006/main">
            <a:off x="609600" y="6067425"/>
            <a:ext cx="5524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A43"/>
                </a:solidFill>
                <a:latin typeface="Arial"/>
                <a:ea typeface="Arial"/>
                <a:cs typeface="Arial"/>
              </a:defRPr>
            </a:defPPr>
            <a:lvl1pPr>
              <a:buNone/>
              <a:defRPr sz="1725" b="0">
                <a:solidFill>
                  <a:srgbClr val="152A43"/>
                </a:solidFill>
                <a:latin typeface="Arial"/>
                <a:ea typeface="Arial"/>
                <a:cs typeface="Arial"/>
              </a:defRPr>
            </a:lvl1pPr>
            <a:lvl2pPr>
              <a:buNone/>
              <a:defRPr sz="1725" b="0">
                <a:solidFill>
                  <a:srgbClr val="152A43"/>
                </a:solidFill>
                <a:latin typeface="Arial"/>
                <a:ea typeface="Arial"/>
                <a:cs typeface="Arial"/>
              </a:defRPr>
            </a:lvl2pPr>
            <a:lvl3pPr>
              <a:buNone/>
              <a:defRPr sz="1725" b="0">
                <a:solidFill>
                  <a:srgbClr val="152A43"/>
                </a:solidFill>
                <a:latin typeface="Arial"/>
                <a:ea typeface="Arial"/>
                <a:cs typeface="Arial"/>
              </a:defRPr>
            </a:lvl3pPr>
            <a:lvl4pPr>
              <a:buNone/>
              <a:defRPr sz="1725" b="0">
                <a:solidFill>
                  <a:srgbClr val="152A43"/>
                </a:solidFill>
                <a:latin typeface="Arial"/>
                <a:ea typeface="Arial"/>
                <a:cs typeface="Arial"/>
              </a:defRPr>
            </a:lvl4pPr>
            <a:lvl5pPr>
              <a:buNone/>
              <a:defRPr sz="1725" b="0">
                <a:solidFill>
                  <a:srgbClr val="152A43"/>
                </a:solidFill>
                <a:latin typeface="Arial"/>
                <a:ea typeface="Arial"/>
                <a:cs typeface="Arial"/>
              </a:defRPr>
            </a:lvl5pPr>
            <a:lvl6pPr>
              <a:buNone/>
              <a:defRPr sz="1725" b="0">
                <a:solidFill>
                  <a:srgbClr val="152A43"/>
                </a:solidFill>
                <a:latin typeface="Arial"/>
                <a:ea typeface="Arial"/>
                <a:cs typeface="Arial"/>
              </a:defRPr>
            </a:lvl6pPr>
            <a:lvl7pPr>
              <a:buNone/>
              <a:defRPr sz="1725" b="0">
                <a:solidFill>
                  <a:srgbClr val="152A43"/>
                </a:solidFill>
                <a:latin typeface="Arial"/>
                <a:ea typeface="Arial"/>
                <a:cs typeface="Arial"/>
              </a:defRPr>
            </a:lvl7pPr>
            <a:lvl8pPr>
              <a:buNone/>
              <a:defRPr sz="1725" b="0">
                <a:solidFill>
                  <a:srgbClr val="152A43"/>
                </a:solidFill>
                <a:latin typeface="Arial"/>
                <a:ea typeface="Arial"/>
                <a:cs typeface="Arial"/>
              </a:defRPr>
            </a:lvl8pPr>
            <a:lvl9pPr>
              <a:buNone/>
              <a:defRPr sz="1725" b="0">
                <a:solidFill>
                  <a:srgbClr val="152A43"/>
                </a:solidFill>
                <a:latin typeface="Arial"/>
                <a:ea typeface="Arial"/>
                <a:cs typeface="Arial"/>
              </a:defRPr>
            </a:lvl9pPr>
          </a:lstStyle>
          <a:p xmlns:a="http://schemas.openxmlformats.org/drawingml/2006/main">
            <a:pPr>
              <a:buNone/>
              <a:defRPr sz="1725" b="0">
                <a:solidFill>
                  <a:srgbClr val="152A43"/>
                </a:solidFill>
                <a:latin typeface="Arial"/>
                <a:ea typeface="Arial"/>
                <a:cs typeface="Arial"/>
              </a:defRPr>
            </a:pPr>
            <a:r>
              <a:rPr sz="1725" b="0">
                <a:solidFill>
                  <a:srgbClr val="152A43"/>
                </a:solidFill>
                <a:latin typeface="Arial"/>
                <a:ea typeface="Arial"/>
                <a:cs typeface="Arial"/>
              </a:rPr>
              <a:t>6 systems, seeds 17/29/43, B=20</a:t>
            </a:r>
          </a:p>
          <a:p xmlns:a="http://schemas.openxmlformats.org/drawingml/2006/main">
            <a:pPr>
              <a:buNone/>
              <a:defRPr sz="1725" b="0">
                <a:solidFill>
                  <a:srgbClr val="152A43"/>
                </a:solidFill>
                <a:latin typeface="Arial"/>
                <a:ea typeface="Arial"/>
                <a:cs typeface="Arial"/>
              </a:defRPr>
            </a:pPr>
            <a:r>
              <a:rPr sz="1725" b="0">
                <a:solidFill>
                  <a:srgbClr val="152A43"/>
                </a:solidFill>
                <a:latin typeface="Arial"/>
                <a:ea typeface="Arial"/>
                <a:cs typeface="Arial"/>
              </a:rPr>
              <a:t>CPU ORB, only Memory disabled in OFF</a:t>
            </a:r>
          </a:p>
        </p:txBody>
      </p:sp>
      <p:sp>
        <p:nvSpPr>
          <p:cNvPr id="5" name="">
            <a:extLst xmlns:a="http://schemas.openxmlformats.org/drawingml/2006/main">
              <a:ext uri="{FF2B5EF4-FFF2-40B4-BE49-F238E27FC236}">
                <a16:creationId xmlns:a16="http://schemas.microsoft.com/office/drawing/2014/main" id="{B1DD9CE8-A540-47DF-9A61-0E611F19EB0F}"/>
              </a:ext>
            </a:extLst>
          </p:cNvPr>
          <p:cNvSpPr>
            <a:spLocks xmlns:a="http://schemas.openxmlformats.org/drawingml/2006/main" noGrp="1"/>
          </p:cNvSpPr>
          <p:nvPr/>
        </p:nvSpPr>
        <p:spPr>
          <a:xfrm xmlns:a="http://schemas.openxmlformats.org/drawingml/2006/main">
            <a:off x="6477000" y="1476375"/>
            <a:ext cx="5105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52A43"/>
                </a:solidFill>
                <a:latin typeface="Arial"/>
                <a:ea typeface="Arial"/>
                <a:cs typeface="Arial"/>
              </a:defRPr>
            </a:defPPr>
            <a:lvl1pPr>
              <a:buNone/>
              <a:defRPr sz="2325" b="1">
                <a:solidFill>
                  <a:srgbClr val="152A43"/>
                </a:solidFill>
                <a:latin typeface="Arial"/>
                <a:ea typeface="Arial"/>
                <a:cs typeface="Arial"/>
              </a:defRPr>
            </a:lvl1pPr>
            <a:lvl2pPr>
              <a:buNone/>
              <a:defRPr sz="2325" b="1">
                <a:solidFill>
                  <a:srgbClr val="152A43"/>
                </a:solidFill>
                <a:latin typeface="Arial"/>
                <a:ea typeface="Arial"/>
                <a:cs typeface="Arial"/>
              </a:defRPr>
            </a:lvl2pPr>
            <a:lvl3pPr>
              <a:buNone/>
              <a:defRPr sz="2325" b="1">
                <a:solidFill>
                  <a:srgbClr val="152A43"/>
                </a:solidFill>
                <a:latin typeface="Arial"/>
                <a:ea typeface="Arial"/>
                <a:cs typeface="Arial"/>
              </a:defRPr>
            </a:lvl3pPr>
            <a:lvl4pPr>
              <a:buNone/>
              <a:defRPr sz="2325" b="1">
                <a:solidFill>
                  <a:srgbClr val="152A43"/>
                </a:solidFill>
                <a:latin typeface="Arial"/>
                <a:ea typeface="Arial"/>
                <a:cs typeface="Arial"/>
              </a:defRPr>
            </a:lvl4pPr>
            <a:lvl5pPr>
              <a:buNone/>
              <a:defRPr sz="2325" b="1">
                <a:solidFill>
                  <a:srgbClr val="152A43"/>
                </a:solidFill>
                <a:latin typeface="Arial"/>
                <a:ea typeface="Arial"/>
                <a:cs typeface="Arial"/>
              </a:defRPr>
            </a:lvl5pPr>
            <a:lvl6pPr>
              <a:buNone/>
              <a:defRPr sz="2325" b="1">
                <a:solidFill>
                  <a:srgbClr val="152A43"/>
                </a:solidFill>
                <a:latin typeface="Arial"/>
                <a:ea typeface="Arial"/>
                <a:cs typeface="Arial"/>
              </a:defRPr>
            </a:lvl6pPr>
            <a:lvl7pPr>
              <a:buNone/>
              <a:defRPr sz="2325" b="1">
                <a:solidFill>
                  <a:srgbClr val="152A43"/>
                </a:solidFill>
                <a:latin typeface="Arial"/>
                <a:ea typeface="Arial"/>
                <a:cs typeface="Arial"/>
              </a:defRPr>
            </a:lvl7pPr>
            <a:lvl8pPr>
              <a:buNone/>
              <a:defRPr sz="2325" b="1">
                <a:solidFill>
                  <a:srgbClr val="152A43"/>
                </a:solidFill>
                <a:latin typeface="Arial"/>
                <a:ea typeface="Arial"/>
                <a:cs typeface="Arial"/>
              </a:defRPr>
            </a:lvl8pPr>
            <a:lvl9pPr>
              <a:buNone/>
              <a:defRPr sz="2325" b="1">
                <a:solidFill>
                  <a:srgbClr val="152A43"/>
                </a:solidFill>
                <a:latin typeface="Arial"/>
                <a:ea typeface="Arial"/>
                <a:cs typeface="Arial"/>
              </a:defRPr>
            </a:lvl9pPr>
          </a:lstStyle>
          <a:p xmlns:a="http://schemas.openxmlformats.org/drawingml/2006/main">
            <a:pPr>
              <a:buNone/>
              <a:defRPr sz="2325" b="1">
                <a:solidFill>
                  <a:srgbClr val="152A43"/>
                </a:solidFill>
                <a:latin typeface="Arial"/>
                <a:ea typeface="Arial"/>
                <a:cs typeface="Arial"/>
              </a:defRPr>
            </a:pPr>
            <a:r>
              <a:rPr sz="2325" b="1">
                <a:solidFill>
                  <a:srgbClr val="152A43"/>
                </a:solidFill>
                <a:latin typeface="Arial"/>
                <a:ea typeface="Arial"/>
                <a:cs typeface="Arial"/>
              </a:rPr>
              <a:t>Mean development results</a:t>
            </a:r>
          </a:p>
        </p:txBody>
      </p:sp>
      <p:sp>
        <p:nvSpPr>
          <p:cNvPr id="7" name="">
            <a:extLst xmlns:a="http://schemas.openxmlformats.org/drawingml/2006/main">
              <a:ext uri="{FF2B5EF4-FFF2-40B4-BE49-F238E27FC236}">
                <a16:creationId xmlns:a16="http://schemas.microsoft.com/office/drawing/2014/main" id="{81735D51-3855-49B1-9208-E2FCB1E23592}"/>
              </a:ext>
            </a:extLst>
          </p:cNvPr>
          <p:cNvSpPr>
            <a:spLocks xmlns:a="http://schemas.openxmlformats.org/drawingml/2006/main" noGrp="1"/>
          </p:cNvSpPr>
          <p:nvPr/>
        </p:nvSpPr>
        <p:spPr>
          <a:xfrm xmlns:a="http://schemas.openxmlformats.org/drawingml/2006/main">
            <a:off x="6477000" y="3886200"/>
            <a:ext cx="5105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52A43"/>
                </a:solidFill>
                <a:latin typeface="Arial"/>
                <a:ea typeface="Arial"/>
                <a:cs typeface="Arial"/>
              </a:defRPr>
            </a:defPPr>
            <a:lvl1pPr>
              <a:buNone/>
              <a:defRPr sz="2250" b="1">
                <a:solidFill>
                  <a:srgbClr val="152A43"/>
                </a:solidFill>
                <a:latin typeface="Arial"/>
                <a:ea typeface="Arial"/>
                <a:cs typeface="Arial"/>
              </a:defRPr>
            </a:lvl1pPr>
            <a:lvl2pPr>
              <a:buNone/>
              <a:defRPr sz="2250" b="1">
                <a:solidFill>
                  <a:srgbClr val="152A43"/>
                </a:solidFill>
                <a:latin typeface="Arial"/>
                <a:ea typeface="Arial"/>
                <a:cs typeface="Arial"/>
              </a:defRPr>
            </a:lvl2pPr>
            <a:lvl3pPr>
              <a:buNone/>
              <a:defRPr sz="2250" b="1">
                <a:solidFill>
                  <a:srgbClr val="152A43"/>
                </a:solidFill>
                <a:latin typeface="Arial"/>
                <a:ea typeface="Arial"/>
                <a:cs typeface="Arial"/>
              </a:defRPr>
            </a:lvl3pPr>
            <a:lvl4pPr>
              <a:buNone/>
              <a:defRPr sz="2250" b="1">
                <a:solidFill>
                  <a:srgbClr val="152A43"/>
                </a:solidFill>
                <a:latin typeface="Arial"/>
                <a:ea typeface="Arial"/>
                <a:cs typeface="Arial"/>
              </a:defRPr>
            </a:lvl4pPr>
            <a:lvl5pPr>
              <a:buNone/>
              <a:defRPr sz="2250" b="1">
                <a:solidFill>
                  <a:srgbClr val="152A43"/>
                </a:solidFill>
                <a:latin typeface="Arial"/>
                <a:ea typeface="Arial"/>
                <a:cs typeface="Arial"/>
              </a:defRPr>
            </a:lvl5pPr>
            <a:lvl6pPr>
              <a:buNone/>
              <a:defRPr sz="2250" b="1">
                <a:solidFill>
                  <a:srgbClr val="152A43"/>
                </a:solidFill>
                <a:latin typeface="Arial"/>
                <a:ea typeface="Arial"/>
                <a:cs typeface="Arial"/>
              </a:defRPr>
            </a:lvl6pPr>
            <a:lvl7pPr>
              <a:buNone/>
              <a:defRPr sz="2250" b="1">
                <a:solidFill>
                  <a:srgbClr val="152A43"/>
                </a:solidFill>
                <a:latin typeface="Arial"/>
                <a:ea typeface="Arial"/>
                <a:cs typeface="Arial"/>
              </a:defRPr>
            </a:lvl7pPr>
            <a:lvl8pPr>
              <a:buNone/>
              <a:defRPr sz="2250" b="1">
                <a:solidFill>
                  <a:srgbClr val="152A43"/>
                </a:solidFill>
                <a:latin typeface="Arial"/>
                <a:ea typeface="Arial"/>
                <a:cs typeface="Arial"/>
              </a:defRPr>
            </a:lvl8pPr>
            <a:lvl9pPr>
              <a:buNone/>
              <a:defRPr sz="2250" b="1">
                <a:solidFill>
                  <a:srgbClr val="152A43"/>
                </a:solidFill>
                <a:latin typeface="Arial"/>
                <a:ea typeface="Arial"/>
                <a:cs typeface="Arial"/>
              </a:defRPr>
            </a:lvl9pPr>
          </a:lstStyle>
          <a:p xmlns:a="http://schemas.openxmlformats.org/drawingml/2006/main">
            <a:pPr>
              <a:buNone/>
              <a:defRPr sz="2250" b="1">
                <a:solidFill>
                  <a:srgbClr val="152A43"/>
                </a:solidFill>
                <a:latin typeface="Arial"/>
                <a:ea typeface="Arial"/>
                <a:cs typeface="Arial"/>
              </a:defRPr>
            </a:pPr>
            <a:r>
              <a:rPr sz="2250" b="1">
                <a:solidFill>
                  <a:srgbClr val="152A43"/>
                </a:solidFill>
                <a:latin typeface="Arial"/>
                <a:ea typeface="Arial"/>
                <a:cs typeface="Arial"/>
              </a:rPr>
              <a:t>Mixed effects across pairs</a:t>
            </a:r>
          </a:p>
        </p:txBody>
      </p:sp>
      <p:sp>
        <p:nvSpPr>
          <p:cNvPr id="8" name="">
            <a:extLst xmlns:a="http://schemas.openxmlformats.org/drawingml/2006/main">
              <a:ext uri="{FF2B5EF4-FFF2-40B4-BE49-F238E27FC236}">
                <a16:creationId xmlns:a16="http://schemas.microsoft.com/office/drawing/2014/main" id="{B588CD48-CB06-41EB-9976-3AEF5B08A817}"/>
              </a:ext>
            </a:extLst>
          </p:cNvPr>
          <p:cNvSpPr>
            <a:spLocks xmlns:a="http://schemas.openxmlformats.org/drawingml/2006/main" noGrp="1"/>
          </p:cNvSpPr>
          <p:nvPr/>
        </p:nvSpPr>
        <p:spPr>
          <a:xfrm xmlns:a="http://schemas.openxmlformats.org/drawingml/2006/main">
            <a:off x="6477000" y="4457700"/>
            <a:ext cx="51054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2A43"/>
                </a:solidFill>
                <a:latin typeface="Arial"/>
                <a:ea typeface="Arial"/>
                <a:cs typeface="Arial"/>
              </a:defRPr>
            </a:defPPr>
            <a:lvl1pPr>
              <a:buNone/>
              <a:defRPr sz="2025" b="0">
                <a:solidFill>
                  <a:srgbClr val="152A43"/>
                </a:solidFill>
                <a:latin typeface="Arial"/>
                <a:ea typeface="Arial"/>
                <a:cs typeface="Arial"/>
              </a:defRPr>
            </a:lvl1pPr>
            <a:lvl2pPr>
              <a:buNone/>
              <a:defRPr sz="2025" b="0">
                <a:solidFill>
                  <a:srgbClr val="152A43"/>
                </a:solidFill>
                <a:latin typeface="Arial"/>
                <a:ea typeface="Arial"/>
                <a:cs typeface="Arial"/>
              </a:defRPr>
            </a:lvl2pPr>
            <a:lvl3pPr>
              <a:buNone/>
              <a:defRPr sz="2025" b="0">
                <a:solidFill>
                  <a:srgbClr val="152A43"/>
                </a:solidFill>
                <a:latin typeface="Arial"/>
                <a:ea typeface="Arial"/>
                <a:cs typeface="Arial"/>
              </a:defRPr>
            </a:lvl3pPr>
            <a:lvl4pPr>
              <a:buNone/>
              <a:defRPr sz="2025" b="0">
                <a:solidFill>
                  <a:srgbClr val="152A43"/>
                </a:solidFill>
                <a:latin typeface="Arial"/>
                <a:ea typeface="Arial"/>
                <a:cs typeface="Arial"/>
              </a:defRPr>
            </a:lvl4pPr>
            <a:lvl5pPr>
              <a:buNone/>
              <a:defRPr sz="2025" b="0">
                <a:solidFill>
                  <a:srgbClr val="152A43"/>
                </a:solidFill>
                <a:latin typeface="Arial"/>
                <a:ea typeface="Arial"/>
                <a:cs typeface="Arial"/>
              </a:defRPr>
            </a:lvl5pPr>
            <a:lvl6pPr>
              <a:buNone/>
              <a:defRPr sz="2025" b="0">
                <a:solidFill>
                  <a:srgbClr val="152A43"/>
                </a:solidFill>
                <a:latin typeface="Arial"/>
                <a:ea typeface="Arial"/>
                <a:cs typeface="Arial"/>
              </a:defRPr>
            </a:lvl6pPr>
            <a:lvl7pPr>
              <a:buNone/>
              <a:defRPr sz="2025" b="0">
                <a:solidFill>
                  <a:srgbClr val="152A43"/>
                </a:solidFill>
                <a:latin typeface="Arial"/>
                <a:ea typeface="Arial"/>
                <a:cs typeface="Arial"/>
              </a:defRPr>
            </a:lvl7pPr>
            <a:lvl8pPr>
              <a:buNone/>
              <a:defRPr sz="2025" b="0">
                <a:solidFill>
                  <a:srgbClr val="152A43"/>
                </a:solidFill>
                <a:latin typeface="Arial"/>
                <a:ea typeface="Arial"/>
                <a:cs typeface="Arial"/>
              </a:defRPr>
            </a:lvl8pPr>
            <a:lvl9pPr>
              <a:buNone/>
              <a:defRPr sz="2025" b="0">
                <a:solidFill>
                  <a:srgbClr val="152A43"/>
                </a:solidFill>
                <a:latin typeface="Arial"/>
                <a:ea typeface="Arial"/>
                <a:cs typeface="Arial"/>
              </a:defRPr>
            </a:lvl9pPr>
          </a:lstStyle>
          <a:p xmlns:a="http://schemas.openxmlformats.org/drawingml/2006/main">
            <a:pPr>
              <a:buNone/>
              <a:defRPr sz="2025" b="0">
                <a:solidFill>
                  <a:srgbClr val="152A43"/>
                </a:solidFill>
                <a:latin typeface="Arial"/>
                <a:ea typeface="Arial"/>
                <a:cs typeface="Arial"/>
              </a:defRPr>
            </a:pPr>
            <a:r>
              <a:rPr sz="2025" b="0">
                <a:solidFill>
                  <a:srgbClr val="152A43"/>
                </a:solidFill>
                <a:latin typeface="Arial"/>
                <a:ea typeface="Arial"/>
                <a:cs typeface="Arial"/>
              </a:rPr>
              <a:t>mSUN: ON better in 8, equal in 3,</a:t>
            </a:r>
          </a:p>
          <a:p xmlns:a="http://schemas.openxmlformats.org/drawingml/2006/main">
            <a:pPr>
              <a:buNone/>
              <a:defRPr sz="2025" b="0">
                <a:solidFill>
                  <a:srgbClr val="152A43"/>
                </a:solidFill>
                <a:latin typeface="Arial"/>
                <a:ea typeface="Arial"/>
                <a:cs typeface="Arial"/>
              </a:defRPr>
            </a:pPr>
            <a:r>
              <a:rPr sz="2025" b="0">
                <a:solidFill>
                  <a:srgbClr val="152A43"/>
                </a:solidFill>
                <a:latin typeface="Arial"/>
                <a:ea typeface="Arial"/>
                <a:cs typeface="Arial"/>
              </a:rPr>
              <a:t>worse in 7 of 18 pairs</a:t>
            </a:r>
          </a:p>
          <a:p xmlns:a="http://schemas.openxmlformats.org/drawingml/2006/main">
            <a:pPr>
              <a:buNone/>
              <a:defRPr sz="2025" b="0">
                <a:solidFill>
                  <a:srgbClr val="152A43"/>
                </a:solidFill>
                <a:latin typeface="Arial"/>
                <a:ea typeface="Arial"/>
                <a:cs typeface="Arial"/>
              </a:defRPr>
            </a:pPr>
            <a:r>
              <a:rPr sz="2025" b="0">
                <a:solidFill>
                  <a:srgbClr val="152A43"/>
                </a:solidFill>
                <a:latin typeface="Arial"/>
                <a:ea typeface="Arial"/>
                <a:cs typeface="Arial"/>
              </a:rPr>
              <a:t>Small positive aggregate difference</a:t>
            </a:r>
          </a:p>
        </p:txBody>
      </p:sp>
      <p:sp>
        <p:nvSpPr>
          <p:cNvPr id="9" name="">
            <a:extLst xmlns:a="http://schemas.openxmlformats.org/drawingml/2006/main">
              <a:ext uri="{FF2B5EF4-FFF2-40B4-BE49-F238E27FC236}">
                <a16:creationId xmlns:a16="http://schemas.microsoft.com/office/drawing/2014/main" id="{A98D30F2-BADD-4938-8E4F-F0796B91EF85}"/>
              </a:ext>
            </a:extLst>
          </p:cNvPr>
          <p:cNvSpPr>
            <a:spLocks xmlns:a="http://schemas.openxmlformats.org/drawingml/2006/main" noGrp="1"/>
          </p:cNvSpPr>
          <p:nvPr/>
        </p:nvSpPr>
        <p:spPr>
          <a:xfrm xmlns:a="http://schemas.openxmlformats.org/drawingml/2006/main">
            <a:off x="6477000" y="6067425"/>
            <a:ext cx="5105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5B6470"/>
                </a:solidFill>
                <a:latin typeface="Arial"/>
                <a:ea typeface="Arial"/>
                <a:cs typeface="Arial"/>
              </a:defRPr>
            </a:defPPr>
            <a:lvl1pPr>
              <a:buNone/>
              <a:defRPr sz="1875" b="1">
                <a:solidFill>
                  <a:srgbClr val="7C4614"/>
                </a:solidFill>
                <a:latin typeface="Arial"/>
                <a:ea typeface="Arial"/>
                <a:cs typeface="Arial"/>
              </a:defRPr>
            </a:lvl1pPr>
            <a:lvl2pPr>
              <a:buNone/>
              <a:defRPr sz="1875" b="1">
                <a:solidFill>
                  <a:srgbClr val="7C4614"/>
                </a:solidFill>
                <a:latin typeface="Arial"/>
                <a:ea typeface="Arial"/>
                <a:cs typeface="Arial"/>
              </a:defRPr>
            </a:lvl2pPr>
            <a:lvl3pPr>
              <a:buNone/>
              <a:defRPr sz="1875" b="1">
                <a:solidFill>
                  <a:srgbClr val="7C4614"/>
                </a:solidFill>
                <a:latin typeface="Arial"/>
                <a:ea typeface="Arial"/>
                <a:cs typeface="Arial"/>
              </a:defRPr>
            </a:lvl3pPr>
            <a:lvl4pPr>
              <a:buNone/>
              <a:defRPr sz="1875" b="1">
                <a:solidFill>
                  <a:srgbClr val="7C4614"/>
                </a:solidFill>
                <a:latin typeface="Arial"/>
                <a:ea typeface="Arial"/>
                <a:cs typeface="Arial"/>
              </a:defRPr>
            </a:lvl4pPr>
            <a:lvl5pPr>
              <a:buNone/>
              <a:defRPr sz="1875" b="1">
                <a:solidFill>
                  <a:srgbClr val="7C4614"/>
                </a:solidFill>
                <a:latin typeface="Arial"/>
                <a:ea typeface="Arial"/>
                <a:cs typeface="Arial"/>
              </a:defRPr>
            </a:lvl5pPr>
            <a:lvl6pPr>
              <a:buNone/>
              <a:defRPr sz="1875" b="1">
                <a:solidFill>
                  <a:srgbClr val="7C4614"/>
                </a:solidFill>
                <a:latin typeface="Arial"/>
                <a:ea typeface="Arial"/>
                <a:cs typeface="Arial"/>
              </a:defRPr>
            </a:lvl6pPr>
            <a:lvl7pPr>
              <a:buNone/>
              <a:defRPr sz="1875" b="1">
                <a:solidFill>
                  <a:srgbClr val="7C4614"/>
                </a:solidFill>
                <a:latin typeface="Arial"/>
                <a:ea typeface="Arial"/>
                <a:cs typeface="Arial"/>
              </a:defRPr>
            </a:lvl7pPr>
            <a:lvl8pPr>
              <a:buNone/>
              <a:defRPr sz="1875" b="1">
                <a:solidFill>
                  <a:srgbClr val="7C4614"/>
                </a:solidFill>
                <a:latin typeface="Arial"/>
                <a:ea typeface="Arial"/>
                <a:cs typeface="Arial"/>
              </a:defRPr>
            </a:lvl8pPr>
            <a:lvl9pPr>
              <a:buNone/>
              <a:defRPr sz="1875" b="1">
                <a:solidFill>
                  <a:srgbClr val="7C4614"/>
                </a:solidFill>
                <a:latin typeface="Arial"/>
                <a:ea typeface="Arial"/>
                <a:cs typeface="Arial"/>
              </a:defRPr>
            </a:lvl9pPr>
          </a:lstStyle>
          <a:p xmlns:a="http://schemas.openxmlformats.org/drawingml/2006/main">
            <a:pPr>
              <a:buNone/>
              <a:defRPr sz="1650" b="1">
                <a:solidFill>
                  <a:srgbClr val="5B6470"/>
                </a:solidFill>
                <a:latin typeface="Arial"/>
                <a:ea typeface="Arial"/>
                <a:cs typeface="Arial"/>
              </a:defRPr>
            </a:pPr>
            <a:r>
              <a:rPr sz="1650" b="1">
                <a:solidFill>
                  <a:srgbClr val="5B6470"/>
                </a:solidFill>
                <a:latin typeface="Arial"/>
                <a:ea typeface="Arial"/>
                <a:cs typeface="Arial"/>
              </a:rPr>
              <a:t>Dev only. ON curves reconstructed</a:t>
            </a:r>
          </a:p>
          <a:p xmlns:a="http://schemas.openxmlformats.org/drawingml/2006/main">
            <a:pPr>
              <a:buNone/>
              <a:defRPr sz="1650" b="1">
                <a:solidFill>
                  <a:srgbClr val="5B6470"/>
                </a:solidFill>
                <a:latin typeface="Arial"/>
                <a:ea typeface="Arial"/>
                <a:cs typeface="Arial"/>
              </a:defRPr>
            </a:pPr>
            <a:r>
              <a:rPr sz="1650" b="1">
                <a:solidFill>
                  <a:srgbClr val="5B6470"/>
                </a:solidFill>
                <a:latin typeface="Arial"/>
                <a:ea typeface="Arial"/>
                <a:cs typeface="Arial"/>
              </a:rPr>
              <a:t>from frozen trajectories by M1.</a:t>
            </a:r>
          </a:p>
        </p:txBody>
      </p:sp>
      <p:graphicFrame>
        <p:nvGraphicFramePr>
          <p:cNvPr id="11" name="">
            <a:extLst xmlns:a="http://schemas.openxmlformats.org/drawingml/2006/main">
              <a:ext uri="{FF2B5EF4-FFF2-40B4-BE49-F238E27FC236}">
                <a16:creationId xmlns:a16="http://schemas.microsoft.com/office/drawing/2014/main" id="{847E9BE7-95B3-4DE8-9B25-937B2346C7E2}"/>
              </a:ext>
            </a:extLst>
          </p:cNvPr>
          <p:cNvGraphicFramePr/>
          <p:nvPr/>
        </p:nvGraphicFramePr>
        <p:xfrm>
          <a:off xmlns:a="http://schemas.openxmlformats.org/drawingml/2006/main" x="6477000" y="2047875"/>
          <a:ext xmlns:a="http://schemas.openxmlformats.org/drawingml/2006/main" cx="5105400" cy="1562100"/>
        </p:xfrm>
        <a:graphic xmlns:a="http://schemas.openxmlformats.org/drawingml/2006/main">
          <a:graphicData uri="http://schemas.openxmlformats.org/drawingml/2006/table">
            <a:tbl>
              <a:tblPr/>
              <a:tblGrid>
                <a:gridCol w="2190750"/>
                <a:gridCol w="1457325"/>
                <a:gridCol w="1457325"/>
              </a:tblGrid>
              <a:tr h="520700">
                <a:tc>
                  <a:txBody>
                    <a:bodyPr/>
                    <a:lstStyle/>
                    <a:p>
                      <a:r>
                        <a:rPr sz="1950" b="1">
                          <a:solidFill>
                            <a:srgbClr val="FFFFFF"/>
                          </a:solidFill>
                          <a:latin typeface="Arial"/>
                          <a:ea typeface="Arial"/>
                          <a:cs typeface="Arial"/>
                        </a:rPr>
                        <a:t>Metric</a:t>
                      </a:r>
                    </a:p>
                  </a:txBody>
                  <a:tcPr marL="91440" marR="91440" marT="45720" marB="45720">
                    <a:lnL w="9525">
                      <a:solidFill>
                        <a:srgbClr val="D6DEE6"/>
                      </a:solidFill>
                      <a:prstDash val="solid"/>
                    </a:lnL>
                    <a:lnR w="9525">
                      <a:solidFill>
                        <a:srgbClr val="D6DEE6"/>
                      </a:solidFill>
                      <a:prstDash val="solid"/>
                    </a:lnR>
                    <a:lnT w="9525">
                      <a:solidFill>
                        <a:srgbClr val="D6DEE6"/>
                      </a:solidFill>
                      <a:prstDash val="solid"/>
                    </a:lnT>
                    <a:lnB w="9525">
                      <a:solidFill>
                        <a:srgbClr val="D6DEE6"/>
                      </a:solidFill>
                      <a:prstDash val="solid"/>
                    </a:lnB>
                    <a:solidFill>
                      <a:srgbClr val="152A43"/>
                    </a:solidFill>
                  </a:tcPr>
                </a:tc>
                <a:tc>
                  <a:txBody>
                    <a:bodyPr/>
                    <a:lstStyle/>
                    <a:p>
                      <a:r>
                        <a:rPr sz="1950" b="1">
                          <a:solidFill>
                            <a:srgbClr val="FFFFFF"/>
                          </a:solidFill>
                          <a:latin typeface="Arial"/>
                          <a:ea typeface="Arial"/>
                          <a:cs typeface="Arial"/>
                        </a:rPr>
                        <a:t>ON</a:t>
                      </a:r>
                    </a:p>
                  </a:txBody>
                  <a:tcPr marL="91440" marR="91440" marT="45720" marB="45720">
                    <a:lnR w="9525">
                      <a:solidFill>
                        <a:srgbClr val="D6DEE6"/>
                      </a:solidFill>
                      <a:prstDash val="solid"/>
                    </a:lnR>
                    <a:lnT w="9525">
                      <a:solidFill>
                        <a:srgbClr val="D6DEE6"/>
                      </a:solidFill>
                      <a:prstDash val="solid"/>
                    </a:lnT>
                    <a:lnB w="9525">
                      <a:solidFill>
                        <a:srgbClr val="D6DEE6"/>
                      </a:solidFill>
                      <a:prstDash val="solid"/>
                    </a:lnB>
                    <a:solidFill>
                      <a:srgbClr val="152A43"/>
                    </a:solidFill>
                  </a:tcPr>
                </a:tc>
                <a:tc>
                  <a:txBody>
                    <a:bodyPr/>
                    <a:lstStyle/>
                    <a:p>
                      <a:r>
                        <a:rPr sz="1950" b="1">
                          <a:solidFill>
                            <a:srgbClr val="FFFFFF"/>
                          </a:solidFill>
                          <a:latin typeface="Arial"/>
                          <a:ea typeface="Arial"/>
                          <a:cs typeface="Arial"/>
                        </a:rPr>
                        <a:t>OFF</a:t>
                      </a:r>
                    </a:p>
                  </a:txBody>
                  <a:tcPr marL="91440" marR="91440" marT="45720" marB="45720">
                    <a:lnR w="9525">
                      <a:solidFill>
                        <a:srgbClr val="D6DEE6"/>
                      </a:solidFill>
                      <a:prstDash val="solid"/>
                    </a:lnR>
                    <a:lnT w="9525">
                      <a:solidFill>
                        <a:srgbClr val="D6DEE6"/>
                      </a:solidFill>
                      <a:prstDash val="solid"/>
                    </a:lnT>
                    <a:lnB w="9525">
                      <a:solidFill>
                        <a:srgbClr val="D6DEE6"/>
                      </a:solidFill>
                      <a:prstDash val="solid"/>
                    </a:lnB>
                    <a:solidFill>
                      <a:srgbClr val="152A43"/>
                    </a:solidFill>
                  </a:tcPr>
                </a:tc>
              </a:tr>
              <a:tr h="520700">
                <a:tc>
                  <a:txBody>
                    <a:bodyPr/>
                    <a:lstStyle/>
                    <a:p>
                      <a:r>
                        <a:rPr sz="1950" b="0">
                          <a:solidFill>
                            <a:srgbClr val="152A43"/>
                          </a:solidFill>
                          <a:latin typeface="Arial"/>
                          <a:ea typeface="Arial"/>
                          <a:cs typeface="Arial"/>
                        </a:rPr>
                        <a:t>mSUN@20</a:t>
                      </a:r>
                    </a:p>
                  </a:txBody>
                  <a:tcPr marL="91440" marR="91440" marT="45720" marB="45720">
                    <a:lnL w="9525">
                      <a:solidFill>
                        <a:srgbClr val="D6DEE6"/>
                      </a:solidFill>
                      <a:prstDash val="solid"/>
                    </a:lnL>
                    <a:lnR w="9525">
                      <a:solidFill>
                        <a:srgbClr val="D6DEE6"/>
                      </a:solidFill>
                      <a:prstDash val="solid"/>
                    </a:lnR>
                    <a:lnB w="9525">
                      <a:solidFill>
                        <a:srgbClr val="D6DEE6"/>
                      </a:solidFill>
                      <a:prstDash val="solid"/>
                    </a:lnB>
                    <a:solidFill>
                      <a:srgbClr val="FFFFFF"/>
                    </a:solidFill>
                  </a:tcPr>
                </a:tc>
                <a:tc>
                  <a:txBody>
                    <a:bodyPr/>
                    <a:lstStyle/>
                    <a:p>
                      <a:r>
                        <a:rPr sz="1950" b="0">
                          <a:solidFill>
                            <a:srgbClr val="152A43"/>
                          </a:solidFill>
                          <a:latin typeface="Arial"/>
                          <a:ea typeface="Arial"/>
                          <a:cs typeface="Arial"/>
                        </a:rPr>
                        <a:t>10.00</a:t>
                      </a:r>
                    </a:p>
                  </a:txBody>
                  <a:tcPr marL="91440" marR="91440" marT="45720" marB="45720">
                    <a:lnR w="9525">
                      <a:solidFill>
                        <a:srgbClr val="D6DEE6"/>
                      </a:solidFill>
                      <a:prstDash val="solid"/>
                    </a:lnR>
                    <a:lnB w="9525">
                      <a:solidFill>
                        <a:srgbClr val="D6DEE6"/>
                      </a:solidFill>
                      <a:prstDash val="solid"/>
                    </a:lnB>
                    <a:solidFill>
                      <a:srgbClr val="FFFFFF"/>
                    </a:solidFill>
                  </a:tcPr>
                </a:tc>
                <a:tc>
                  <a:txBody>
                    <a:bodyPr/>
                    <a:lstStyle/>
                    <a:p>
                      <a:r>
                        <a:rPr sz="1950" b="0">
                          <a:solidFill>
                            <a:srgbClr val="152A43"/>
                          </a:solidFill>
                          <a:latin typeface="Arial"/>
                          <a:ea typeface="Arial"/>
                          <a:cs typeface="Arial"/>
                        </a:rPr>
                        <a:t>9.11</a:t>
                      </a:r>
                    </a:p>
                  </a:txBody>
                  <a:tcPr marL="91440" marR="91440" marT="45720" marB="45720">
                    <a:lnR w="9525">
                      <a:solidFill>
                        <a:srgbClr val="D6DEE6"/>
                      </a:solidFill>
                      <a:prstDash val="solid"/>
                    </a:lnR>
                    <a:lnB w="9525">
                      <a:solidFill>
                        <a:srgbClr val="D6DEE6"/>
                      </a:solidFill>
                      <a:prstDash val="solid"/>
                    </a:lnB>
                    <a:solidFill>
                      <a:srgbClr val="FFFFFF"/>
                    </a:solidFill>
                  </a:tcPr>
                </a:tc>
              </a:tr>
              <a:tr h="520700">
                <a:tc>
                  <a:txBody>
                    <a:bodyPr/>
                    <a:lstStyle/>
                    <a:p>
                      <a:r>
                        <a:rPr sz="1950" b="0">
                          <a:solidFill>
                            <a:srgbClr val="152A43"/>
                          </a:solidFill>
                          <a:latin typeface="Arial"/>
                          <a:ea typeface="Arial"/>
                          <a:cs typeface="Arial"/>
                        </a:rPr>
                        <a:t>AUDC</a:t>
                      </a:r>
                    </a:p>
                  </a:txBody>
                  <a:tcPr marL="91440" marR="91440" marT="45720" marB="45720">
                    <a:lnL w="9525">
                      <a:solidFill>
                        <a:srgbClr val="D6DEE6"/>
                      </a:solidFill>
                      <a:prstDash val="solid"/>
                    </a:lnL>
                    <a:lnR w="9525">
                      <a:solidFill>
                        <a:srgbClr val="D6DEE6"/>
                      </a:solidFill>
                      <a:prstDash val="solid"/>
                    </a:lnR>
                    <a:lnB w="9525">
                      <a:solidFill>
                        <a:srgbClr val="D6DEE6"/>
                      </a:solidFill>
                      <a:prstDash val="solid"/>
                    </a:lnB>
                    <a:solidFill>
                      <a:srgbClr val="FFFFFF"/>
                    </a:solidFill>
                  </a:tcPr>
                </a:tc>
                <a:tc>
                  <a:txBody>
                    <a:bodyPr/>
                    <a:lstStyle/>
                    <a:p>
                      <a:r>
                        <a:rPr sz="1950" b="0">
                          <a:solidFill>
                            <a:srgbClr val="152A43"/>
                          </a:solidFill>
                          <a:latin typeface="Arial"/>
                          <a:ea typeface="Arial"/>
                          <a:cs typeface="Arial"/>
                        </a:rPr>
                        <a:t>88.11</a:t>
                      </a:r>
                    </a:p>
                  </a:txBody>
                  <a:tcPr marL="91440" marR="91440" marT="45720" marB="45720">
                    <a:lnR w="9525">
                      <a:solidFill>
                        <a:srgbClr val="D6DEE6"/>
                      </a:solidFill>
                      <a:prstDash val="solid"/>
                    </a:lnR>
                    <a:lnB w="9525">
                      <a:solidFill>
                        <a:srgbClr val="D6DEE6"/>
                      </a:solidFill>
                      <a:prstDash val="solid"/>
                    </a:lnB>
                    <a:solidFill>
                      <a:srgbClr val="FFFFFF"/>
                    </a:solidFill>
                  </a:tcPr>
                </a:tc>
                <a:tc>
                  <a:txBody>
                    <a:bodyPr/>
                    <a:lstStyle/>
                    <a:p>
                      <a:r>
                        <a:rPr sz="1950" b="0">
                          <a:solidFill>
                            <a:srgbClr val="152A43"/>
                          </a:solidFill>
                          <a:latin typeface="Arial"/>
                          <a:ea typeface="Arial"/>
                          <a:cs typeface="Arial"/>
                        </a:rPr>
                        <a:t>86.94</a:t>
                      </a:r>
                    </a:p>
                  </a:txBody>
                  <a:tcPr marL="91440" marR="91440" marT="45720" marB="45720">
                    <a:lnR w="9525">
                      <a:solidFill>
                        <a:srgbClr val="D6DEE6"/>
                      </a:solidFill>
                      <a:prstDash val="solid"/>
                    </a:lnR>
                    <a:lnB w="9525">
                      <a:solidFill>
                        <a:srgbClr val="D6DEE6"/>
                      </a:solidFill>
                      <a:prstDash val="solid"/>
                    </a:lnB>
                    <a:solidFill>
                      <a:srgbClr val="FFFFFF"/>
                    </a:solidFill>
                  </a:tcPr>
                </a:tc>
              </a:tr>
            </a:tbl>
          </a:graphicData>
        </a:graphic>
      </p:graphicFrame>
      <p:graphicFrame>
        <p:nvGraphicFramePr>
          <p:cNvPr id="12" name="Chart">
            <a:extLst xmlns:a="http://schemas.openxmlformats.org/drawingml/2006/main">
              <a:ext uri="{FF2B5EF4-FFF2-40B4-BE49-F238E27FC236}">
                <a16:creationId xmlns:a16="http://schemas.microsoft.com/office/drawing/2014/main" id="{788CBC40-79B5-4430-B7B3-77E6BFC650D3}"/>
              </a:ext>
            </a:extLst>
          </p:cNvPr>
          <p:cNvGraphicFramePr/>
          <p:nvPr/>
        </p:nvGraphicFramePr>
        <p:xfrm>
          <a:off xmlns:a="http://schemas.openxmlformats.org/drawingml/2006/main" x="495300" y="1504950"/>
          <a:ext xmlns:a="http://schemas.openxmlformats.org/drawingml/2006/main" cx="5448300" cy="3924300"/>
        </p:xfrm>
        <a:graphic xmlns:a="http://schemas.openxmlformats.org/drawingml/2006/main">
          <a:graphicData uri="http://schemas.openxmlformats.org/drawingml/2006/chart">
            <c:chart xmlns:r="http://schemas.openxmlformats.org/officeDocument/2006/relationships" xmlns:c="http://schemas.openxmlformats.org/drawingml/2006/chart" r:id="Ra7e07fda4ee74dc2"/>
          </a:graphicData>
        </a:graphic>
      </p:graphicFrame>
    </p:spTree>
    <p:extLst>
      <p:ext uri="{BB962C8B-B14F-4D97-AF65-F5344CB8AC3E}">
        <p14:creationId xmlns:p14="http://schemas.microsoft.com/office/powerpoint/2010/main" val="93651506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2026-10-26T04:26:33.1030000Z</dcterms:created>
  <dcterms:modified xsi:type="dcterms:W3CDTF">2026-10-26T04:26:33.1030000Z</dcterms:modified>
</coreProperties>
</file>