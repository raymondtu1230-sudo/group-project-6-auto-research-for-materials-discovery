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b20a67543c4e3f" /><Relationship Type="http://schemas.openxmlformats.org/officeDocument/2006/relationships/extended-properties" Target="/docProps/app.xml" Id="R418ba76b32554e1d" /><Relationship Type="http://schemas.openxmlformats.org/officeDocument/2006/relationships/officeDocument" Target="/ppt/presentation.xml" Id="R0f7134b137a44351" /></Relationships>
</file>

<file path=ppt/presentation.xml><?xml version="1.0" encoding="utf-8"?>
<p:presentation xmlns:p="http://schemas.openxmlformats.org/presentationml/2006/main">
  <p:sldMasterIdLst>
    <p:sldMasterId xmlns:r="http://schemas.openxmlformats.org/officeDocument/2006/relationships" id="2147483648" r:id="R5be012b080ea4ec6"/>
  </p:sldMasterIdLst>
  <p:notesMasterIdLst>
    <p:notesMasterId xmlns:r="http://schemas.openxmlformats.org/officeDocument/2006/relationships" r:id="R51bc7a323a534cff"/>
  </p:notesMasterIdLst>
  <p:sldIdLst>
    <p:sldId xmlns:r="http://schemas.openxmlformats.org/officeDocument/2006/relationships" id="256" r:id="Rd15b7921f2be409d"/>
    <p:sldId xmlns:r="http://schemas.openxmlformats.org/officeDocument/2006/relationships" id="257" r:id="Rf433e7da3d6749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d51d08abc448f9" /><Relationship Type="http://schemas.openxmlformats.org/officeDocument/2006/relationships/slideMaster" Target="/ppt/slideMasters/slideMaster1.xml" Id="R5be012b080ea4ec6" /><Relationship Type="http://schemas.openxmlformats.org/officeDocument/2006/relationships/notesMaster" Target="/ppt/notesMasters/notesMaster1.xml" Id="R51bc7a323a534cff" /><Relationship Type="http://schemas.openxmlformats.org/officeDocument/2006/relationships/presProps" Target="/ppt/presProps.xml" Id="R9f5fcbf97f4e4721" /><Relationship Type="http://schemas.openxmlformats.org/officeDocument/2006/relationships/tableStyles" Target="/ppt/tableStyles.xml" Id="R9e195dda8bc4487f" /><Relationship Type="http://schemas.openxmlformats.org/officeDocument/2006/relationships/slide" Target="/ppt/slides/slide1.xml" Id="Rd15b7921f2be409d" /><Relationship Type="http://schemas.openxmlformats.org/officeDocument/2006/relationships/slide" Target="/ppt/slides/slide2.xml" Id="Rf433e7da3d6749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54ac2ea57e46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783d85df91465a" /><Relationship Type="http://schemas.openxmlformats.org/officeDocument/2006/relationships/notesMaster" Target="/ppt/notesMasters/notesMaster1.xml" Id="Rcd69344b20d44f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9122e8c3944321" /><Relationship Type="http://schemas.openxmlformats.org/officeDocument/2006/relationships/notesMaster" Target="/ppt/notesMasters/notesMaster1.xml" Id="Rc53bab30a21f4e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Zhang Yiming</a:t>
            </a:r>
          </a:p>
          <a:p xmlns:a="http://schemas.openxmlformats.org/drawingml/2006/main">
            <a:r>
              <a:t/>
            </a:r>
          </a:p>
          <a:p xmlns:a="http://schemas.openxmlformats.org/drawingml/2006/main">
            <a:r>
              <a:t>My contribution was the memory and evidence-management module. It records the feedback from each queried structure, including its composition, energy and observed stability. It gives the planner a bounded selection of recent stable and unstable outcomes, with up to eight records at a time. Each episode has its own memory, and the state can be restored from a checkpoint. Both Memory ON and OFF runs retain the full trajectory. Generator and filter logs stay separate from planning, so turning memory off does not remove the evidence needed for analysis.</a:t>
            </a:r>
          </a:p>
          <a:p xmlns:a="http://schemas.openxmlformats.org/drawingml/2006/main">
            <a:r>
              <a:t/>
            </a:r>
          </a:p>
          <a:p xmlns:a="http://schemas.openxmlformats.org/drawingml/2006/main">
            <a:r>
              <a:t>Sources: M4/src/m4_memory/ and M1/PLUGIN_INTERFACE.md.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Zhang Yiming</a:t>
            </a:r>
          </a:p>
          <a:p xmlns:a="http://schemas.openxmlformats.org/drawingml/2006/main">
            <a:r>
              <a:t/>
            </a:r>
          </a:p>
          <a:p xmlns:a="http://schemas.openxmlformats.org/drawingml/2006/main">
            <a:r>
              <a:t>I ran the 18 Memory OFF experiments and compared them with the team’s 18 frozen full-agent reference runs. The comparison covers six development systems and three seeds, giving 18 pairs and 36 episodes. Each episode used the same budget of 20 campaign queries. The table shows that Memory ON averaged 10.00 mSUN, compared with 9.11 for OFF. AUDC was 88.11 versus 86.94. The average mSUN difference was positive, but the effect varied: ON did better in eight pairs, tied in three and did worse in seven. The result shows a modest average improvement, with substantial variation across pairs. These are development results. M1 reconstructed the ON curves from the saved trajectories, and the report records that provenance.</a:t>
            </a:r>
          </a:p>
          <a:p xmlns:a="http://schemas.openxmlformats.org/drawingml/2006/main">
            <a:r>
              <a:t/>
            </a:r>
          </a:p>
          <a:p xmlns:a="http://schemas.openxmlformats.org/drawingml/2006/main">
            <a:r>
              <a:t>Sources: M4/evidence/frozen-memory-ablation-20261026/paired_results.csv and analysis/aggregate_curves.csv. Means average six systems within each seed, then the three seed means. The report provides seed SD and individual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9e0a82730d49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6c12f558d24f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419227ae7841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2e0676456347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b2402282874c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f6b6b7c61c4f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E0A743-93E7-4F5E-9109-BC2B070C88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A6F865-3386-4DC2-97DC-D5A55D05AD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84F412-F520-4AC6-B23E-9EDDA9CCC8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3A1009-A03C-483E-A482-F9A571281A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B9B39F-DFB2-43DE-B9BE-20BBCA2826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DEE9E8-DFF8-42BD-ADB7-6CF24A21F3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9D5D19-4196-475F-A3DB-D52CC303A7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0239A7-7C66-4867-98EC-97C0EF61B8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4432FD-1B23-40E8-B5C3-A16E3A3D2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0D1326-11C7-45D7-A001-714416B6B4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348b7d29e24cc3" /><Relationship Type="http://schemas.openxmlformats.org/officeDocument/2006/relationships/slideLayout" Target="/ppt/slideLayouts/slideLayout1.xml" Id="Rda1c118f552f49a7" /><Relationship Type="http://schemas.openxmlformats.org/officeDocument/2006/relationships/slideLayout" Target="/ppt/slideLayouts/slideLayout2.xml" Id="R011d0c9b440e4ef3" /><Relationship Type="http://schemas.openxmlformats.org/officeDocument/2006/relationships/slideLayout" Target="/ppt/slideLayouts/slideLayout3.xml" Id="R7baee7a9a0144569" /><Relationship Type="http://schemas.openxmlformats.org/officeDocument/2006/relationships/slideLayout" Target="/ppt/slideLayouts/slideLayout4.xml" Id="R32e2331c28294e35" /><Relationship Type="http://schemas.openxmlformats.org/officeDocument/2006/relationships/slideLayout" Target="/ppt/slideLayouts/slideLayout5.xml" Id="R67ceb7f776494e91" /><Relationship Type="http://schemas.openxmlformats.org/officeDocument/2006/relationships/slideLayout" Target="/ppt/slideLayouts/slideLayout6.xml" Id="Re2219c22ec174c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1c118f552f49a7"/>
    <p:sldLayoutId xmlns:r="http://schemas.openxmlformats.org/officeDocument/2006/relationships" id="2147483650" r:id="R011d0c9b440e4ef3"/>
    <p:sldLayoutId xmlns:r="http://schemas.openxmlformats.org/officeDocument/2006/relationships" id="2147483651" r:id="R7baee7a9a0144569"/>
    <p:sldLayoutId xmlns:r="http://schemas.openxmlformats.org/officeDocument/2006/relationships" id="2147483652" r:id="R32e2331c28294e35"/>
    <p:sldLayoutId xmlns:r="http://schemas.openxmlformats.org/officeDocument/2006/relationships" id="2147483653" r:id="R67ceb7f776494e91"/>
    <p:sldLayoutId xmlns:r="http://schemas.openxmlformats.org/officeDocument/2006/relationships" id="2147483654" r:id="Re2219c22ec174c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0ae44252304ac7" /><Relationship Type="http://schemas.openxmlformats.org/officeDocument/2006/relationships/notesSlide" Target="/ppt/notesSlides/notesSlide1.xml" Id="Rc89912e22e3247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dcf89da93174713" /><Relationship Type="http://schemas.openxmlformats.org/officeDocument/2006/relationships/chart" Target="/ppt/slides/charts/chart1.xml" Id="R956cea626d23408f" /><Relationship Type="http://schemas.openxmlformats.org/officeDocument/2006/relationships/notesSlide" Target="/ppt/notesSlides/notesSlide2.xml" Id="R2d0c9408c10742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Memory ON</c:v>
          </c:tx>
          <c:spPr>
            <a:ln xmlns:a="http://schemas.openxmlformats.org/drawingml/2006/main" w="28575">
              <a:solidFill>
                <a:srgbClr val="164A72"/>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0.1111111111</c:v>
                </c:pt>
                <c:pt idx="1">
                  <c:v>0.2222222222</c:v>
                </c:pt>
                <c:pt idx="2">
                  <c:v>0.6666666667</c:v>
                </c:pt>
                <c:pt idx="3">
                  <c:v>1</c:v>
                </c:pt>
                <c:pt idx="4">
                  <c:v>1.5</c:v>
                </c:pt>
                <c:pt idx="5">
                  <c:v>1.9444444444</c:v>
                </c:pt>
                <c:pt idx="6">
                  <c:v>2.5</c:v>
                </c:pt>
                <c:pt idx="7">
                  <c:v>3.1666666667</c:v>
                </c:pt>
                <c:pt idx="8">
                  <c:v>3.7777777778</c:v>
                </c:pt>
                <c:pt idx="9">
                  <c:v>4.3333333333</c:v>
                </c:pt>
                <c:pt idx="10">
                  <c:v>4.8888888889</c:v>
                </c:pt>
                <c:pt idx="11">
                  <c:v>5.4444444444</c:v>
                </c:pt>
                <c:pt idx="12">
                  <c:v>6.1111111111</c:v>
                </c:pt>
                <c:pt idx="13">
                  <c:v>6.5555555556</c:v>
                </c:pt>
                <c:pt idx="14">
                  <c:v>7</c:v>
                </c:pt>
                <c:pt idx="15">
                  <c:v>7.5</c:v>
                </c:pt>
                <c:pt idx="16">
                  <c:v>8.1666666667</c:v>
                </c:pt>
                <c:pt idx="17">
                  <c:v>8.7777777778</c:v>
                </c:pt>
                <c:pt idx="18">
                  <c:v>9.4444444444</c:v>
                </c:pt>
                <c:pt idx="19">
                  <c:v>10</c:v>
                </c:pt>
              </c:numCache>
            </c:numRef>
          </c:yVal>
        </c:ser>
        <c:ser>
          <c:idx val="1"/>
          <c:order val="1"/>
          <c:tx>
            <c:v>Memory OFF</c:v>
          </c:tx>
          <c:spPr>
            <a:ln xmlns:a="http://schemas.openxmlformats.org/drawingml/2006/main" w="28575">
              <a:solidFill>
                <a:srgbClr val="BA6434"/>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0.1111111111</c:v>
                </c:pt>
                <c:pt idx="1">
                  <c:v>0.6111111111</c:v>
                </c:pt>
                <c:pt idx="2">
                  <c:v>0.8888888889</c:v>
                </c:pt>
                <c:pt idx="3">
                  <c:v>1.1666666667</c:v>
                </c:pt>
                <c:pt idx="4">
                  <c:v>1.5555555556</c:v>
                </c:pt>
                <c:pt idx="5">
                  <c:v>2.1666666667</c:v>
                </c:pt>
                <c:pt idx="6">
                  <c:v>2.8333333333</c:v>
                </c:pt>
                <c:pt idx="7">
                  <c:v>3.5555555556</c:v>
                </c:pt>
                <c:pt idx="8">
                  <c:v>3.9444444444</c:v>
                </c:pt>
                <c:pt idx="9">
                  <c:v>4.5555555556</c:v>
                </c:pt>
                <c:pt idx="10">
                  <c:v>4.8888888889</c:v>
                </c:pt>
                <c:pt idx="11">
                  <c:v>5.3333333333</c:v>
                </c:pt>
                <c:pt idx="12">
                  <c:v>5.8888888889</c:v>
                </c:pt>
                <c:pt idx="13">
                  <c:v>6.3888888889</c:v>
                </c:pt>
                <c:pt idx="14">
                  <c:v>6.6666666667</c:v>
                </c:pt>
                <c:pt idx="15">
                  <c:v>7.2222222222</c:v>
                </c:pt>
                <c:pt idx="16">
                  <c:v>7.7222222222</c:v>
                </c:pt>
                <c:pt idx="17">
                  <c:v>8.2222222222</c:v>
                </c:pt>
                <c:pt idx="18">
                  <c:v>8.6666666667</c:v>
                </c:pt>
                <c:pt idx="19">
                  <c:v>9.1111111111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D6DEE6"/>
              </a:solidFill>
            </a:ln>
          </c:spPr>
        </c:majorGridlines>
        <c:title>
          <c:tx>
            <c:rich>
              <a:bodyPr xmlns:a="http://schemas.openxmlformats.org/drawingml/2006/main"/>
              <a:lstStyle xmlns:a="http://schemas.openxmlformats.org/drawingml/2006/main"/>
              <a:p xmlns:a="http://schemas.openxmlformats.org/drawingml/2006/main">
                <a:r>
                  <a:rPr sz="1350">
                    <a:latin typeface="Arial"/>
                    <a:ea typeface="Arial"/>
                    <a:cs typeface="Arial"/>
                  </a:rPr>
                  <a:t>Mean mSUN</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3"/>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350">
                    <a:latin typeface="Arial"/>
                    <a:ea typeface="Arial"/>
                    <a:cs typeface="Arial"/>
                  </a:rPr>
                  <a:t>Completed campaign queries</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9E549A-DE9E-43DA-9478-A88073312876}"/>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A43"/>
                </a:solidFill>
                <a:latin typeface="Arial"/>
                <a:ea typeface="Arial"/>
                <a:cs typeface="Arial"/>
              </a:defRPr>
            </a:defPPr>
            <a:lvl1pPr>
              <a:buNone/>
              <a:defRPr sz="3600" b="1">
                <a:solidFill>
                  <a:srgbClr val="152A43"/>
                </a:solidFill>
                <a:latin typeface="Arial"/>
                <a:ea typeface="Arial"/>
                <a:cs typeface="Arial"/>
              </a:defRPr>
            </a:lvl1pPr>
            <a:lvl2pPr>
              <a:buNone/>
              <a:defRPr sz="3600" b="1">
                <a:solidFill>
                  <a:srgbClr val="152A43"/>
                </a:solidFill>
                <a:latin typeface="Arial"/>
                <a:ea typeface="Arial"/>
                <a:cs typeface="Arial"/>
              </a:defRPr>
            </a:lvl2pPr>
            <a:lvl3pPr>
              <a:buNone/>
              <a:defRPr sz="3600" b="1">
                <a:solidFill>
                  <a:srgbClr val="152A43"/>
                </a:solidFill>
                <a:latin typeface="Arial"/>
                <a:ea typeface="Arial"/>
                <a:cs typeface="Arial"/>
              </a:defRPr>
            </a:lvl3pPr>
            <a:lvl4pPr>
              <a:buNone/>
              <a:defRPr sz="3600" b="1">
                <a:solidFill>
                  <a:srgbClr val="152A43"/>
                </a:solidFill>
                <a:latin typeface="Arial"/>
                <a:ea typeface="Arial"/>
                <a:cs typeface="Arial"/>
              </a:defRPr>
            </a:lvl4pPr>
            <a:lvl5pPr>
              <a:buNone/>
              <a:defRPr sz="3600" b="1">
                <a:solidFill>
                  <a:srgbClr val="152A43"/>
                </a:solidFill>
                <a:latin typeface="Arial"/>
                <a:ea typeface="Arial"/>
                <a:cs typeface="Arial"/>
              </a:defRPr>
            </a:lvl5pPr>
            <a:lvl6pPr>
              <a:buNone/>
              <a:defRPr sz="3600" b="1">
                <a:solidFill>
                  <a:srgbClr val="152A43"/>
                </a:solidFill>
                <a:latin typeface="Arial"/>
                <a:ea typeface="Arial"/>
                <a:cs typeface="Arial"/>
              </a:defRPr>
            </a:lvl6pPr>
            <a:lvl7pPr>
              <a:buNone/>
              <a:defRPr sz="3600" b="1">
                <a:solidFill>
                  <a:srgbClr val="152A43"/>
                </a:solidFill>
                <a:latin typeface="Arial"/>
                <a:ea typeface="Arial"/>
                <a:cs typeface="Arial"/>
              </a:defRPr>
            </a:lvl7pPr>
            <a:lvl8pPr>
              <a:buNone/>
              <a:defRPr sz="3600" b="1">
                <a:solidFill>
                  <a:srgbClr val="152A43"/>
                </a:solidFill>
                <a:latin typeface="Arial"/>
                <a:ea typeface="Arial"/>
                <a:cs typeface="Arial"/>
              </a:defRPr>
            </a:lvl8pPr>
            <a:lvl9pPr>
              <a:buNone/>
              <a:defRPr sz="3600" b="1">
                <a:solidFill>
                  <a:srgbClr val="152A43"/>
                </a:solidFill>
                <a:latin typeface="Arial"/>
                <a:ea typeface="Arial"/>
                <a:cs typeface="Arial"/>
              </a:defRPr>
            </a:lvl9pPr>
          </a:lstStyle>
          <a:p xmlns:a="http://schemas.openxmlformats.org/drawingml/2006/main">
            <a:pPr>
              <a:buNone/>
              <a:defRPr sz="3600" b="1">
                <a:solidFill>
                  <a:srgbClr val="152A43"/>
                </a:solidFill>
                <a:latin typeface="Arial"/>
                <a:ea typeface="Arial"/>
                <a:cs typeface="Arial"/>
              </a:defRPr>
            </a:pPr>
            <a:r>
              <a:rPr sz="3600" b="1">
                <a:solidFill>
                  <a:srgbClr val="152A43"/>
                </a:solidFill>
                <a:latin typeface="Arial"/>
                <a:ea typeface="Arial"/>
                <a:cs typeface="Arial"/>
              </a:rPr>
              <a:t>Memory and evidence management</a:t>
            </a:r>
          </a:p>
        </p:txBody>
      </p:sp>
      <p:sp>
        <p:nvSpPr>
          <p:cNvPr id="2" name="">
            <a:extLst xmlns:a="http://schemas.openxmlformats.org/drawingml/2006/main">
              <a:ext uri="{FF2B5EF4-FFF2-40B4-BE49-F238E27FC236}">
                <a16:creationId xmlns:a16="http://schemas.microsoft.com/office/drawing/2014/main" id="{43A6538B-147D-407F-B7E8-90BD1D17DBD1}"/>
              </a:ext>
            </a:extLst>
          </p:cNvPr>
          <p:cNvSpPr>
            <a:spLocks xmlns:a="http://schemas.openxmlformats.org/drawingml/2006/main" noGrp="1"/>
          </p:cNvSpPr>
          <p:nvPr/>
        </p:nvSpPr>
        <p:spPr>
          <a:xfrm xmlns:a="http://schemas.openxmlformats.org/drawingml/2006/main">
            <a:off x="609600" y="14763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buNone/>
              <a:defRPr sz="2250" b="1">
                <a:solidFill>
                  <a:srgbClr val="152A43"/>
                </a:solidFill>
                <a:latin typeface="Arial"/>
                <a:ea typeface="Arial"/>
                <a:cs typeface="Arial"/>
              </a:defRPr>
            </a:lvl1pPr>
            <a:lvl2pPr>
              <a:buNone/>
              <a:defRPr sz="2250" b="1">
                <a:solidFill>
                  <a:srgbClr val="152A43"/>
                </a:solidFill>
                <a:latin typeface="Arial"/>
                <a:ea typeface="Arial"/>
                <a:cs typeface="Arial"/>
              </a:defRPr>
            </a:lvl2pPr>
            <a:lvl3pPr>
              <a:buNone/>
              <a:defRPr sz="2250" b="1">
                <a:solidFill>
                  <a:srgbClr val="152A43"/>
                </a:solidFill>
                <a:latin typeface="Arial"/>
                <a:ea typeface="Arial"/>
                <a:cs typeface="Arial"/>
              </a:defRPr>
            </a:lvl3pPr>
            <a:lvl4pPr>
              <a:buNone/>
              <a:defRPr sz="2250" b="1">
                <a:solidFill>
                  <a:srgbClr val="152A43"/>
                </a:solidFill>
                <a:latin typeface="Arial"/>
                <a:ea typeface="Arial"/>
                <a:cs typeface="Arial"/>
              </a:defRPr>
            </a:lvl4pPr>
            <a:lvl5pPr>
              <a:buNone/>
              <a:defRPr sz="2250" b="1">
                <a:solidFill>
                  <a:srgbClr val="152A43"/>
                </a:solidFill>
                <a:latin typeface="Arial"/>
                <a:ea typeface="Arial"/>
                <a:cs typeface="Arial"/>
              </a:defRPr>
            </a:lvl5pPr>
            <a:lvl6pPr>
              <a:buNone/>
              <a:defRPr sz="2250" b="1">
                <a:solidFill>
                  <a:srgbClr val="152A43"/>
                </a:solidFill>
                <a:latin typeface="Arial"/>
                <a:ea typeface="Arial"/>
                <a:cs typeface="Arial"/>
              </a:defRPr>
            </a:lvl6pPr>
            <a:lvl7pPr>
              <a:buNone/>
              <a:defRPr sz="2250" b="1">
                <a:solidFill>
                  <a:srgbClr val="152A43"/>
                </a:solidFill>
                <a:latin typeface="Arial"/>
                <a:ea typeface="Arial"/>
                <a:cs typeface="Arial"/>
              </a:defRPr>
            </a:lvl7pPr>
            <a:lvl8pPr>
              <a:buNone/>
              <a:defRPr sz="2250" b="1">
                <a:solidFill>
                  <a:srgbClr val="152A43"/>
                </a:solidFill>
                <a:latin typeface="Arial"/>
                <a:ea typeface="Arial"/>
                <a:cs typeface="Arial"/>
              </a:defRPr>
            </a:lvl8pPr>
            <a:lvl9pPr>
              <a:buNone/>
              <a:defRPr sz="2250" b="1">
                <a:solidFill>
                  <a:srgbClr val="152A43"/>
                </a:solidFill>
                <a:latin typeface="Arial"/>
                <a:ea typeface="Arial"/>
                <a:cs typeface="Arial"/>
              </a:defRPr>
            </a:lvl9pPr>
          </a:lstStyle>
          <a:p xmlns:a="http://schemas.openxmlformats.org/drawingml/2006/main">
            <a:pPr>
              <a:buNone/>
              <a:defRPr sz="2250" b="1">
                <a:solidFill>
                  <a:srgbClr val="152A43"/>
                </a:solidFill>
                <a:latin typeface="Arial"/>
                <a:ea typeface="Arial"/>
                <a:cs typeface="Arial"/>
              </a:defRPr>
            </a:pPr>
            <a:r>
              <a:rPr sz="2250" b="1">
                <a:solidFill>
                  <a:srgbClr val="152A43"/>
                </a:solidFill>
                <a:latin typeface="Arial"/>
                <a:ea typeface="Arial"/>
                <a:cs typeface="Arial"/>
              </a:rPr>
              <a:t>Observed feedback</a:t>
            </a:r>
          </a:p>
        </p:txBody>
      </p:sp>
      <p:sp>
        <p:nvSpPr>
          <p:cNvPr id="3" name="">
            <a:extLst xmlns:a="http://schemas.openxmlformats.org/drawingml/2006/main">
              <a:ext uri="{FF2B5EF4-FFF2-40B4-BE49-F238E27FC236}">
                <a16:creationId xmlns:a16="http://schemas.microsoft.com/office/drawing/2014/main" id="{37317543-107F-4689-8F16-09BD68099B36}"/>
              </a:ext>
            </a:extLst>
          </p:cNvPr>
          <p:cNvSpPr>
            <a:spLocks xmlns:a="http://schemas.openxmlformats.org/drawingml/2006/main" noGrp="1"/>
          </p:cNvSpPr>
          <p:nvPr/>
        </p:nvSpPr>
        <p:spPr>
          <a:xfrm xmlns:a="http://schemas.openxmlformats.org/drawingml/2006/main">
            <a:off x="609600" y="2076450"/>
            <a:ext cx="5238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A43"/>
                </a:solidFill>
                <a:latin typeface="Arial"/>
                <a:ea typeface="Arial"/>
                <a:cs typeface="Arial"/>
              </a:defRPr>
            </a:defPPr>
            <a:lvl1pPr>
              <a:buNone/>
              <a:defRPr sz="2100" b="0">
                <a:solidFill>
                  <a:srgbClr val="152A43"/>
                </a:solidFill>
                <a:latin typeface="Arial"/>
                <a:ea typeface="Arial"/>
                <a:cs typeface="Arial"/>
              </a:defRPr>
            </a:lvl1pPr>
            <a:lvl2pPr>
              <a:buNone/>
              <a:defRPr sz="2100" b="0">
                <a:solidFill>
                  <a:srgbClr val="152A43"/>
                </a:solidFill>
                <a:latin typeface="Arial"/>
                <a:ea typeface="Arial"/>
                <a:cs typeface="Arial"/>
              </a:defRPr>
            </a:lvl2pPr>
            <a:lvl3pPr>
              <a:buNone/>
              <a:defRPr sz="2100" b="0">
                <a:solidFill>
                  <a:srgbClr val="152A43"/>
                </a:solidFill>
                <a:latin typeface="Arial"/>
                <a:ea typeface="Arial"/>
                <a:cs typeface="Arial"/>
              </a:defRPr>
            </a:lvl3pPr>
            <a:lvl4pPr>
              <a:buNone/>
              <a:defRPr sz="2100" b="0">
                <a:solidFill>
                  <a:srgbClr val="152A43"/>
                </a:solidFill>
                <a:latin typeface="Arial"/>
                <a:ea typeface="Arial"/>
                <a:cs typeface="Arial"/>
              </a:defRPr>
            </a:lvl4pPr>
            <a:lvl5pPr>
              <a:buNone/>
              <a:defRPr sz="2100" b="0">
                <a:solidFill>
                  <a:srgbClr val="152A43"/>
                </a:solidFill>
                <a:latin typeface="Arial"/>
                <a:ea typeface="Arial"/>
                <a:cs typeface="Arial"/>
              </a:defRPr>
            </a:lvl5pPr>
            <a:lvl6pPr>
              <a:buNone/>
              <a:defRPr sz="2100" b="0">
                <a:solidFill>
                  <a:srgbClr val="152A43"/>
                </a:solidFill>
                <a:latin typeface="Arial"/>
                <a:ea typeface="Arial"/>
                <a:cs typeface="Arial"/>
              </a:defRPr>
            </a:lvl6pPr>
            <a:lvl7pPr>
              <a:buNone/>
              <a:defRPr sz="2100" b="0">
                <a:solidFill>
                  <a:srgbClr val="152A43"/>
                </a:solidFill>
                <a:latin typeface="Arial"/>
                <a:ea typeface="Arial"/>
                <a:cs typeface="Arial"/>
              </a:defRPr>
            </a:lvl7pPr>
            <a:lvl8pPr>
              <a:buNone/>
              <a:defRPr sz="2100" b="0">
                <a:solidFill>
                  <a:srgbClr val="152A43"/>
                </a:solidFill>
                <a:latin typeface="Arial"/>
                <a:ea typeface="Arial"/>
                <a:cs typeface="Arial"/>
              </a:defRPr>
            </a:lvl8pPr>
            <a:lvl9pPr>
              <a:buNone/>
              <a:defRPr sz="2100" b="0">
                <a:solidFill>
                  <a:srgbClr val="152A43"/>
                </a:solidFill>
                <a:latin typeface="Arial"/>
                <a:ea typeface="Arial"/>
                <a:cs typeface="Arial"/>
              </a:defRPr>
            </a:lvl9pPr>
          </a:lstStyle>
          <a:p xmlns:a="http://schemas.openxmlformats.org/drawingml/2006/main">
            <a:pPr>
              <a:buNone/>
              <a:defRPr sz="2100" b="0">
                <a:solidFill>
                  <a:srgbClr val="152A43"/>
                </a:solidFill>
                <a:latin typeface="Arial"/>
                <a:ea typeface="Arial"/>
                <a:cs typeface="Arial"/>
              </a:defRPr>
            </a:pPr>
            <a:r>
              <a:rPr sz="2100" b="0">
                <a:solidFill>
                  <a:srgbClr val="152A43"/>
                </a:solidFill>
                <a:latin typeface="Arial"/>
                <a:ea typeface="Arial"/>
                <a:cs typeface="Arial"/>
              </a:rPr>
              <a:t>Candidate composition and identity</a:t>
            </a:r>
          </a:p>
          <a:p xmlns:a="http://schemas.openxmlformats.org/drawingml/2006/main">
            <a:pPr>
              <a:buNone/>
              <a:defRPr sz="2100" b="0">
                <a:solidFill>
                  <a:srgbClr val="152A43"/>
                </a:solidFill>
                <a:latin typeface="Arial"/>
                <a:ea typeface="Arial"/>
                <a:cs typeface="Arial"/>
              </a:defRPr>
            </a:pPr>
            <a:r>
              <a:rPr sz="2100" b="0">
                <a:solidFill>
                  <a:srgbClr val="152A43"/>
                </a:solidFill>
                <a:latin typeface="Arial"/>
                <a:ea typeface="Arial"/>
                <a:cs typeface="Arial"/>
              </a:rPr>
              <a:t>Energy and observed stability</a:t>
            </a:r>
          </a:p>
          <a:p xmlns:a="http://schemas.openxmlformats.org/drawingml/2006/main">
            <a:pPr>
              <a:buNone/>
              <a:defRPr sz="2100" b="0">
                <a:solidFill>
                  <a:srgbClr val="152A43"/>
                </a:solidFill>
                <a:latin typeface="Arial"/>
                <a:ea typeface="Arial"/>
                <a:cs typeface="Arial"/>
              </a:defRPr>
            </a:pPr>
            <a:r>
              <a:rPr sz="2100" b="0">
                <a:solidFill>
                  <a:srgbClr val="152A43"/>
                </a:solidFill>
                <a:latin typeface="Arial"/>
                <a:ea typeface="Arial"/>
                <a:cs typeface="Arial"/>
              </a:rPr>
              <a:t>One record per queried structure</a:t>
            </a:r>
          </a:p>
        </p:txBody>
      </p:sp>
      <p:sp>
        <p:nvSpPr>
          <p:cNvPr id="4" name="">
            <a:extLst xmlns:a="http://schemas.openxmlformats.org/drawingml/2006/main">
              <a:ext uri="{FF2B5EF4-FFF2-40B4-BE49-F238E27FC236}">
                <a16:creationId xmlns:a16="http://schemas.microsoft.com/office/drawing/2014/main" id="{C8D3A7E2-CBD4-4D3E-BE57-DE93805BB1E6}"/>
              </a:ext>
            </a:extLst>
          </p:cNvPr>
          <p:cNvSpPr>
            <a:spLocks xmlns:a="http://schemas.openxmlformats.org/drawingml/2006/main" noGrp="1"/>
          </p:cNvSpPr>
          <p:nvPr/>
        </p:nvSpPr>
        <p:spPr>
          <a:xfrm xmlns:a="http://schemas.openxmlformats.org/drawingml/2006/main">
            <a:off x="6705600" y="1476375"/>
            <a:ext cx="4876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buNone/>
              <a:defRPr sz="2250" b="1">
                <a:solidFill>
                  <a:srgbClr val="152A43"/>
                </a:solidFill>
                <a:latin typeface="Arial"/>
                <a:ea typeface="Arial"/>
                <a:cs typeface="Arial"/>
              </a:defRPr>
            </a:lvl1pPr>
            <a:lvl2pPr>
              <a:buNone/>
              <a:defRPr sz="2250" b="1">
                <a:solidFill>
                  <a:srgbClr val="152A43"/>
                </a:solidFill>
                <a:latin typeface="Arial"/>
                <a:ea typeface="Arial"/>
                <a:cs typeface="Arial"/>
              </a:defRPr>
            </a:lvl2pPr>
            <a:lvl3pPr>
              <a:buNone/>
              <a:defRPr sz="2250" b="1">
                <a:solidFill>
                  <a:srgbClr val="152A43"/>
                </a:solidFill>
                <a:latin typeface="Arial"/>
                <a:ea typeface="Arial"/>
                <a:cs typeface="Arial"/>
              </a:defRPr>
            </a:lvl3pPr>
            <a:lvl4pPr>
              <a:buNone/>
              <a:defRPr sz="2250" b="1">
                <a:solidFill>
                  <a:srgbClr val="152A43"/>
                </a:solidFill>
                <a:latin typeface="Arial"/>
                <a:ea typeface="Arial"/>
                <a:cs typeface="Arial"/>
              </a:defRPr>
            </a:lvl4pPr>
            <a:lvl5pPr>
              <a:buNone/>
              <a:defRPr sz="2250" b="1">
                <a:solidFill>
                  <a:srgbClr val="152A43"/>
                </a:solidFill>
                <a:latin typeface="Arial"/>
                <a:ea typeface="Arial"/>
                <a:cs typeface="Arial"/>
              </a:defRPr>
            </a:lvl5pPr>
            <a:lvl6pPr>
              <a:buNone/>
              <a:defRPr sz="2250" b="1">
                <a:solidFill>
                  <a:srgbClr val="152A43"/>
                </a:solidFill>
                <a:latin typeface="Arial"/>
                <a:ea typeface="Arial"/>
                <a:cs typeface="Arial"/>
              </a:defRPr>
            </a:lvl6pPr>
            <a:lvl7pPr>
              <a:buNone/>
              <a:defRPr sz="2250" b="1">
                <a:solidFill>
                  <a:srgbClr val="152A43"/>
                </a:solidFill>
                <a:latin typeface="Arial"/>
                <a:ea typeface="Arial"/>
                <a:cs typeface="Arial"/>
              </a:defRPr>
            </a:lvl7pPr>
            <a:lvl8pPr>
              <a:buNone/>
              <a:defRPr sz="2250" b="1">
                <a:solidFill>
                  <a:srgbClr val="152A43"/>
                </a:solidFill>
                <a:latin typeface="Arial"/>
                <a:ea typeface="Arial"/>
                <a:cs typeface="Arial"/>
              </a:defRPr>
            </a:lvl8pPr>
            <a:lvl9pPr>
              <a:buNone/>
              <a:defRPr sz="2250" b="1">
                <a:solidFill>
                  <a:srgbClr val="152A43"/>
                </a:solidFill>
                <a:latin typeface="Arial"/>
                <a:ea typeface="Arial"/>
                <a:cs typeface="Arial"/>
              </a:defRPr>
            </a:lvl9pPr>
          </a:lstStyle>
          <a:p xmlns:a="http://schemas.openxmlformats.org/drawingml/2006/main">
            <a:pPr>
              <a:buNone/>
              <a:defRPr sz="2250" b="1">
                <a:solidFill>
                  <a:srgbClr val="152A43"/>
                </a:solidFill>
                <a:latin typeface="Arial"/>
                <a:ea typeface="Arial"/>
                <a:cs typeface="Arial"/>
              </a:defRPr>
            </a:pPr>
            <a:r>
              <a:rPr sz="2250" b="1">
                <a:solidFill>
                  <a:srgbClr val="152A43"/>
                </a:solidFill>
                <a:latin typeface="Arial"/>
                <a:ea typeface="Arial"/>
                <a:cs typeface="Arial"/>
              </a:rPr>
              <a:t>Memory for planning</a:t>
            </a:r>
          </a:p>
        </p:txBody>
      </p:sp>
      <p:sp>
        <p:nvSpPr>
          <p:cNvPr id="5" name="">
            <a:extLst xmlns:a="http://schemas.openxmlformats.org/drawingml/2006/main">
              <a:ext uri="{FF2B5EF4-FFF2-40B4-BE49-F238E27FC236}">
                <a16:creationId xmlns:a16="http://schemas.microsoft.com/office/drawing/2014/main" id="{7D2B3E82-8F0E-4B0C-9B36-7191D6B834A1}"/>
              </a:ext>
            </a:extLst>
          </p:cNvPr>
          <p:cNvSpPr>
            <a:spLocks xmlns:a="http://schemas.openxmlformats.org/drawingml/2006/main" noGrp="1"/>
          </p:cNvSpPr>
          <p:nvPr/>
        </p:nvSpPr>
        <p:spPr>
          <a:xfrm xmlns:a="http://schemas.openxmlformats.org/drawingml/2006/main">
            <a:off x="6705600" y="207645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A43"/>
                </a:solidFill>
                <a:latin typeface="Arial"/>
                <a:ea typeface="Arial"/>
                <a:cs typeface="Arial"/>
              </a:defRPr>
            </a:defPPr>
            <a:lvl1pPr>
              <a:buNone/>
              <a:defRPr sz="2100" b="0">
                <a:solidFill>
                  <a:srgbClr val="152A43"/>
                </a:solidFill>
                <a:latin typeface="Arial"/>
                <a:ea typeface="Arial"/>
                <a:cs typeface="Arial"/>
              </a:defRPr>
            </a:lvl1pPr>
            <a:lvl2pPr>
              <a:buNone/>
              <a:defRPr sz="2100" b="0">
                <a:solidFill>
                  <a:srgbClr val="152A43"/>
                </a:solidFill>
                <a:latin typeface="Arial"/>
                <a:ea typeface="Arial"/>
                <a:cs typeface="Arial"/>
              </a:defRPr>
            </a:lvl2pPr>
            <a:lvl3pPr>
              <a:buNone/>
              <a:defRPr sz="2100" b="0">
                <a:solidFill>
                  <a:srgbClr val="152A43"/>
                </a:solidFill>
                <a:latin typeface="Arial"/>
                <a:ea typeface="Arial"/>
                <a:cs typeface="Arial"/>
              </a:defRPr>
            </a:lvl3pPr>
            <a:lvl4pPr>
              <a:buNone/>
              <a:defRPr sz="2100" b="0">
                <a:solidFill>
                  <a:srgbClr val="152A43"/>
                </a:solidFill>
                <a:latin typeface="Arial"/>
                <a:ea typeface="Arial"/>
                <a:cs typeface="Arial"/>
              </a:defRPr>
            </a:lvl4pPr>
            <a:lvl5pPr>
              <a:buNone/>
              <a:defRPr sz="2100" b="0">
                <a:solidFill>
                  <a:srgbClr val="152A43"/>
                </a:solidFill>
                <a:latin typeface="Arial"/>
                <a:ea typeface="Arial"/>
                <a:cs typeface="Arial"/>
              </a:defRPr>
            </a:lvl5pPr>
            <a:lvl6pPr>
              <a:buNone/>
              <a:defRPr sz="2100" b="0">
                <a:solidFill>
                  <a:srgbClr val="152A43"/>
                </a:solidFill>
                <a:latin typeface="Arial"/>
                <a:ea typeface="Arial"/>
                <a:cs typeface="Arial"/>
              </a:defRPr>
            </a:lvl6pPr>
            <a:lvl7pPr>
              <a:buNone/>
              <a:defRPr sz="2100" b="0">
                <a:solidFill>
                  <a:srgbClr val="152A43"/>
                </a:solidFill>
                <a:latin typeface="Arial"/>
                <a:ea typeface="Arial"/>
                <a:cs typeface="Arial"/>
              </a:defRPr>
            </a:lvl7pPr>
            <a:lvl8pPr>
              <a:buNone/>
              <a:defRPr sz="2100" b="0">
                <a:solidFill>
                  <a:srgbClr val="152A43"/>
                </a:solidFill>
                <a:latin typeface="Arial"/>
                <a:ea typeface="Arial"/>
                <a:cs typeface="Arial"/>
              </a:defRPr>
            </a:lvl8pPr>
            <a:lvl9pPr>
              <a:buNone/>
              <a:defRPr sz="2100" b="0">
                <a:solidFill>
                  <a:srgbClr val="152A43"/>
                </a:solidFill>
                <a:latin typeface="Arial"/>
                <a:ea typeface="Arial"/>
                <a:cs typeface="Arial"/>
              </a:defRPr>
            </a:lvl9pPr>
          </a:lstStyle>
          <a:p xmlns:a="http://schemas.openxmlformats.org/drawingml/2006/main">
            <a:pPr>
              <a:buNone/>
              <a:defRPr sz="2100" b="0">
                <a:solidFill>
                  <a:srgbClr val="152A43"/>
                </a:solidFill>
                <a:latin typeface="Arial"/>
                <a:ea typeface="Arial"/>
                <a:cs typeface="Arial"/>
              </a:defRPr>
            </a:pPr>
            <a:r>
              <a:rPr sz="2100" b="0">
                <a:solidFill>
                  <a:srgbClr val="152A43"/>
                </a:solidFill>
                <a:latin typeface="Arial"/>
                <a:ea typeface="Arial"/>
                <a:cs typeface="Arial"/>
              </a:rPr>
              <a:t>Recent stable and unstable outcomes</a:t>
            </a:r>
          </a:p>
          <a:p xmlns:a="http://schemas.openxmlformats.org/drawingml/2006/main">
            <a:pPr>
              <a:buNone/>
              <a:defRPr sz="2100" b="0">
                <a:solidFill>
                  <a:srgbClr val="152A43"/>
                </a:solidFill>
                <a:latin typeface="Arial"/>
                <a:ea typeface="Arial"/>
                <a:cs typeface="Arial"/>
              </a:defRPr>
            </a:pPr>
            <a:r>
              <a:rPr sz="2100" b="0">
                <a:solidFill>
                  <a:srgbClr val="152A43"/>
                </a:solidFill>
                <a:latin typeface="Arial"/>
                <a:ea typeface="Arial"/>
                <a:cs typeface="Arial"/>
              </a:rPr>
              <a:t>Up to 8 records per retrieval</a:t>
            </a:r>
          </a:p>
          <a:p xmlns:a="http://schemas.openxmlformats.org/drawingml/2006/main">
            <a:pPr>
              <a:buNone/>
              <a:defRPr sz="2100" b="0">
                <a:solidFill>
                  <a:srgbClr val="152A43"/>
                </a:solidFill>
                <a:latin typeface="Arial"/>
                <a:ea typeface="Arial"/>
                <a:cs typeface="Arial"/>
              </a:defRPr>
            </a:pPr>
            <a:r>
              <a:rPr sz="2100" b="0">
                <a:solidFill>
                  <a:srgbClr val="152A43"/>
                </a:solidFill>
                <a:latin typeface="Arial"/>
                <a:ea typeface="Arial"/>
                <a:cs typeface="Arial"/>
              </a:rPr>
              <a:t>Separate memory for each episode</a:t>
            </a:r>
          </a:p>
        </p:txBody>
      </p:sp>
      <p:sp>
        <p:nvSpPr>
          <p:cNvPr id="6" name="">
            <a:extLst xmlns:a="http://schemas.openxmlformats.org/drawingml/2006/main">
              <a:ext uri="{FF2B5EF4-FFF2-40B4-BE49-F238E27FC236}">
                <a16:creationId xmlns:a16="http://schemas.microsoft.com/office/drawing/2014/main" id="{C51FF765-F577-4885-AD08-564721DBE292}"/>
              </a:ext>
            </a:extLst>
          </p:cNvPr>
          <p:cNvSpPr>
            <a:spLocks xmlns:a="http://schemas.openxmlformats.org/drawingml/2006/main" noGrp="1"/>
          </p:cNvSpPr>
          <p:nvPr/>
        </p:nvSpPr>
        <p:spPr>
          <a:xfrm xmlns:a="http://schemas.openxmlformats.org/drawingml/2006/main">
            <a:off x="609600" y="4448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buNone/>
              <a:defRPr sz="2250" b="1">
                <a:solidFill>
                  <a:srgbClr val="152A43"/>
                </a:solidFill>
                <a:latin typeface="Arial"/>
                <a:ea typeface="Arial"/>
                <a:cs typeface="Arial"/>
              </a:defRPr>
            </a:lvl1pPr>
            <a:lvl2pPr>
              <a:buNone/>
              <a:defRPr sz="2250" b="1">
                <a:solidFill>
                  <a:srgbClr val="152A43"/>
                </a:solidFill>
                <a:latin typeface="Arial"/>
                <a:ea typeface="Arial"/>
                <a:cs typeface="Arial"/>
              </a:defRPr>
            </a:lvl2pPr>
            <a:lvl3pPr>
              <a:buNone/>
              <a:defRPr sz="2250" b="1">
                <a:solidFill>
                  <a:srgbClr val="152A43"/>
                </a:solidFill>
                <a:latin typeface="Arial"/>
                <a:ea typeface="Arial"/>
                <a:cs typeface="Arial"/>
              </a:defRPr>
            </a:lvl3pPr>
            <a:lvl4pPr>
              <a:buNone/>
              <a:defRPr sz="2250" b="1">
                <a:solidFill>
                  <a:srgbClr val="152A43"/>
                </a:solidFill>
                <a:latin typeface="Arial"/>
                <a:ea typeface="Arial"/>
                <a:cs typeface="Arial"/>
              </a:defRPr>
            </a:lvl4pPr>
            <a:lvl5pPr>
              <a:buNone/>
              <a:defRPr sz="2250" b="1">
                <a:solidFill>
                  <a:srgbClr val="152A43"/>
                </a:solidFill>
                <a:latin typeface="Arial"/>
                <a:ea typeface="Arial"/>
                <a:cs typeface="Arial"/>
              </a:defRPr>
            </a:lvl5pPr>
            <a:lvl6pPr>
              <a:buNone/>
              <a:defRPr sz="2250" b="1">
                <a:solidFill>
                  <a:srgbClr val="152A43"/>
                </a:solidFill>
                <a:latin typeface="Arial"/>
                <a:ea typeface="Arial"/>
                <a:cs typeface="Arial"/>
              </a:defRPr>
            </a:lvl6pPr>
            <a:lvl7pPr>
              <a:buNone/>
              <a:defRPr sz="2250" b="1">
                <a:solidFill>
                  <a:srgbClr val="152A43"/>
                </a:solidFill>
                <a:latin typeface="Arial"/>
                <a:ea typeface="Arial"/>
                <a:cs typeface="Arial"/>
              </a:defRPr>
            </a:lvl7pPr>
            <a:lvl8pPr>
              <a:buNone/>
              <a:defRPr sz="2250" b="1">
                <a:solidFill>
                  <a:srgbClr val="152A43"/>
                </a:solidFill>
                <a:latin typeface="Arial"/>
                <a:ea typeface="Arial"/>
                <a:cs typeface="Arial"/>
              </a:defRPr>
            </a:lvl8pPr>
            <a:lvl9pPr>
              <a:buNone/>
              <a:defRPr sz="2250" b="1">
                <a:solidFill>
                  <a:srgbClr val="152A43"/>
                </a:solidFill>
                <a:latin typeface="Arial"/>
                <a:ea typeface="Arial"/>
                <a:cs typeface="Arial"/>
              </a:defRPr>
            </a:lvl9pPr>
          </a:lstStyle>
          <a:p xmlns:a="http://schemas.openxmlformats.org/drawingml/2006/main">
            <a:pPr>
              <a:buNone/>
              <a:defRPr sz="2250" b="1">
                <a:solidFill>
                  <a:srgbClr val="152A43"/>
                </a:solidFill>
                <a:latin typeface="Arial"/>
                <a:ea typeface="Arial"/>
                <a:cs typeface="Arial"/>
              </a:defRPr>
            </a:pPr>
            <a:r>
              <a:rPr sz="2250" b="1">
                <a:solidFill>
                  <a:srgbClr val="152A43"/>
                </a:solidFill>
                <a:latin typeface="Arial"/>
                <a:ea typeface="Arial"/>
                <a:cs typeface="Arial"/>
              </a:rPr>
              <a:t>Evidence stays available with Memory OFF</a:t>
            </a:r>
          </a:p>
        </p:txBody>
      </p:sp>
      <p:sp>
        <p:nvSpPr>
          <p:cNvPr id="7" name="">
            <a:extLst xmlns:a="http://schemas.openxmlformats.org/drawingml/2006/main">
              <a:ext uri="{FF2B5EF4-FFF2-40B4-BE49-F238E27FC236}">
                <a16:creationId xmlns:a16="http://schemas.microsoft.com/office/drawing/2014/main" id="{C4E7397A-28F8-4169-B645-7C1824C00148}"/>
              </a:ext>
            </a:extLst>
          </p:cNvPr>
          <p:cNvSpPr>
            <a:spLocks xmlns:a="http://schemas.openxmlformats.org/drawingml/2006/main" noGrp="1"/>
          </p:cNvSpPr>
          <p:nvPr/>
        </p:nvSpPr>
        <p:spPr>
          <a:xfrm xmlns:a="http://schemas.openxmlformats.org/drawingml/2006/main">
            <a:off x="609600" y="50006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A43"/>
                </a:solidFill>
                <a:latin typeface="Arial"/>
                <a:ea typeface="Arial"/>
                <a:cs typeface="Arial"/>
              </a:defRPr>
            </a:defPPr>
            <a:lvl1pPr>
              <a:buNone/>
              <a:defRPr sz="2100" b="0">
                <a:solidFill>
                  <a:srgbClr val="152A43"/>
                </a:solidFill>
                <a:latin typeface="Arial"/>
                <a:ea typeface="Arial"/>
                <a:cs typeface="Arial"/>
              </a:defRPr>
            </a:lvl1pPr>
            <a:lvl2pPr>
              <a:buNone/>
              <a:defRPr sz="2100" b="0">
                <a:solidFill>
                  <a:srgbClr val="152A43"/>
                </a:solidFill>
                <a:latin typeface="Arial"/>
                <a:ea typeface="Arial"/>
                <a:cs typeface="Arial"/>
              </a:defRPr>
            </a:lvl2pPr>
            <a:lvl3pPr>
              <a:buNone/>
              <a:defRPr sz="2100" b="0">
                <a:solidFill>
                  <a:srgbClr val="152A43"/>
                </a:solidFill>
                <a:latin typeface="Arial"/>
                <a:ea typeface="Arial"/>
                <a:cs typeface="Arial"/>
              </a:defRPr>
            </a:lvl3pPr>
            <a:lvl4pPr>
              <a:buNone/>
              <a:defRPr sz="2100" b="0">
                <a:solidFill>
                  <a:srgbClr val="152A43"/>
                </a:solidFill>
                <a:latin typeface="Arial"/>
                <a:ea typeface="Arial"/>
                <a:cs typeface="Arial"/>
              </a:defRPr>
            </a:lvl4pPr>
            <a:lvl5pPr>
              <a:buNone/>
              <a:defRPr sz="2100" b="0">
                <a:solidFill>
                  <a:srgbClr val="152A43"/>
                </a:solidFill>
                <a:latin typeface="Arial"/>
                <a:ea typeface="Arial"/>
                <a:cs typeface="Arial"/>
              </a:defRPr>
            </a:lvl5pPr>
            <a:lvl6pPr>
              <a:buNone/>
              <a:defRPr sz="2100" b="0">
                <a:solidFill>
                  <a:srgbClr val="152A43"/>
                </a:solidFill>
                <a:latin typeface="Arial"/>
                <a:ea typeface="Arial"/>
                <a:cs typeface="Arial"/>
              </a:defRPr>
            </a:lvl6pPr>
            <a:lvl7pPr>
              <a:buNone/>
              <a:defRPr sz="2100" b="0">
                <a:solidFill>
                  <a:srgbClr val="152A43"/>
                </a:solidFill>
                <a:latin typeface="Arial"/>
                <a:ea typeface="Arial"/>
                <a:cs typeface="Arial"/>
              </a:defRPr>
            </a:lvl7pPr>
            <a:lvl8pPr>
              <a:buNone/>
              <a:defRPr sz="2100" b="0">
                <a:solidFill>
                  <a:srgbClr val="152A43"/>
                </a:solidFill>
                <a:latin typeface="Arial"/>
                <a:ea typeface="Arial"/>
                <a:cs typeface="Arial"/>
              </a:defRPr>
            </a:lvl8pPr>
            <a:lvl9pPr>
              <a:buNone/>
              <a:defRPr sz="2100" b="0">
                <a:solidFill>
                  <a:srgbClr val="152A43"/>
                </a:solidFill>
                <a:latin typeface="Arial"/>
                <a:ea typeface="Arial"/>
                <a:cs typeface="Arial"/>
              </a:defRPr>
            </a:lvl9pPr>
          </a:lstStyle>
          <a:p xmlns:a="http://schemas.openxmlformats.org/drawingml/2006/main">
            <a:pPr>
              <a:buNone/>
              <a:defRPr sz="1950" b="0">
                <a:solidFill>
                  <a:srgbClr val="152A43"/>
                </a:solidFill>
                <a:latin typeface="Arial"/>
                <a:ea typeface="Arial"/>
                <a:cs typeface="Arial"/>
              </a:defRPr>
            </a:pPr>
            <a:r>
              <a:rPr sz="1950" b="0">
                <a:solidFill>
                  <a:srgbClr val="152A43"/>
                </a:solidFill>
                <a:latin typeface="Arial"/>
                <a:ea typeface="Arial"/>
                <a:cs typeface="Arial"/>
              </a:rPr>
              <a:t>Both arms retain complete trajectories.</a:t>
            </a:r>
          </a:p>
          <a:p xmlns:a="http://schemas.openxmlformats.org/drawingml/2006/main">
            <a:pPr>
              <a:buNone/>
              <a:defRPr sz="1950" b="0">
                <a:solidFill>
                  <a:srgbClr val="152A43"/>
                </a:solidFill>
                <a:latin typeface="Arial"/>
                <a:ea typeface="Arial"/>
                <a:cs typeface="Arial"/>
              </a:defRPr>
            </a:pPr>
            <a:r>
              <a:rPr sz="1950" b="0">
                <a:solidFill>
                  <a:srgbClr val="152A43"/>
                </a:solidFill>
                <a:latin typeface="Arial"/>
                <a:ea typeface="Arial"/>
                <a:cs typeface="Arial"/>
              </a:rPr>
              <a:t>Generator/filter logs stay separate from planning.</a:t>
            </a:r>
          </a:p>
        </p:txBody>
      </p:sp>
      <p:sp>
        <p:nvSpPr>
          <p:cNvPr id="8" name="">
            <a:extLst xmlns:a="http://schemas.openxmlformats.org/drawingml/2006/main">
              <a:ext uri="{FF2B5EF4-FFF2-40B4-BE49-F238E27FC236}">
                <a16:creationId xmlns:a16="http://schemas.microsoft.com/office/drawing/2014/main" id="{3E362FA6-98F8-45BE-9982-B90523306528}"/>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470"/>
                </a:solidFill>
                <a:latin typeface="Arial"/>
                <a:ea typeface="Arial"/>
                <a:cs typeface="Arial"/>
              </a:defRPr>
            </a:defPPr>
            <a:lvl1pPr>
              <a:buNone/>
              <a:defRPr sz="1725" b="0">
                <a:solidFill>
                  <a:srgbClr val="5B6470"/>
                </a:solidFill>
                <a:latin typeface="Arial"/>
                <a:ea typeface="Arial"/>
                <a:cs typeface="Arial"/>
              </a:defRPr>
            </a:lvl1pPr>
            <a:lvl2pPr>
              <a:buNone/>
              <a:defRPr sz="1725" b="0">
                <a:solidFill>
                  <a:srgbClr val="5B6470"/>
                </a:solidFill>
                <a:latin typeface="Arial"/>
                <a:ea typeface="Arial"/>
                <a:cs typeface="Arial"/>
              </a:defRPr>
            </a:lvl2pPr>
            <a:lvl3pPr>
              <a:buNone/>
              <a:defRPr sz="1725" b="0">
                <a:solidFill>
                  <a:srgbClr val="5B6470"/>
                </a:solidFill>
                <a:latin typeface="Arial"/>
                <a:ea typeface="Arial"/>
                <a:cs typeface="Arial"/>
              </a:defRPr>
            </a:lvl3pPr>
            <a:lvl4pPr>
              <a:buNone/>
              <a:defRPr sz="1725" b="0">
                <a:solidFill>
                  <a:srgbClr val="5B6470"/>
                </a:solidFill>
                <a:latin typeface="Arial"/>
                <a:ea typeface="Arial"/>
                <a:cs typeface="Arial"/>
              </a:defRPr>
            </a:lvl4pPr>
            <a:lvl5pPr>
              <a:buNone/>
              <a:defRPr sz="1725" b="0">
                <a:solidFill>
                  <a:srgbClr val="5B6470"/>
                </a:solidFill>
                <a:latin typeface="Arial"/>
                <a:ea typeface="Arial"/>
                <a:cs typeface="Arial"/>
              </a:defRPr>
            </a:lvl5pPr>
            <a:lvl6pPr>
              <a:buNone/>
              <a:defRPr sz="1725" b="0">
                <a:solidFill>
                  <a:srgbClr val="5B6470"/>
                </a:solidFill>
                <a:latin typeface="Arial"/>
                <a:ea typeface="Arial"/>
                <a:cs typeface="Arial"/>
              </a:defRPr>
            </a:lvl6pPr>
            <a:lvl7pPr>
              <a:buNone/>
              <a:defRPr sz="1725" b="0">
                <a:solidFill>
                  <a:srgbClr val="5B6470"/>
                </a:solidFill>
                <a:latin typeface="Arial"/>
                <a:ea typeface="Arial"/>
                <a:cs typeface="Arial"/>
              </a:defRPr>
            </a:lvl7pPr>
            <a:lvl8pPr>
              <a:buNone/>
              <a:defRPr sz="1725" b="0">
                <a:solidFill>
                  <a:srgbClr val="5B6470"/>
                </a:solidFill>
                <a:latin typeface="Arial"/>
                <a:ea typeface="Arial"/>
                <a:cs typeface="Arial"/>
              </a:defRPr>
            </a:lvl8pPr>
            <a:lvl9pPr>
              <a:buNone/>
              <a:defRPr sz="1725" b="0">
                <a:solidFill>
                  <a:srgbClr val="5B6470"/>
                </a:solidFill>
                <a:latin typeface="Arial"/>
                <a:ea typeface="Arial"/>
                <a:cs typeface="Arial"/>
              </a:defRPr>
            </a:lvl9pPr>
          </a:lstStyle>
          <a:p xmlns:a="http://schemas.openxmlformats.org/drawingml/2006/main">
            <a:pPr>
              <a:buNone/>
              <a:defRPr sz="1725" b="0">
                <a:solidFill>
                  <a:srgbClr val="5B6470"/>
                </a:solidFill>
                <a:latin typeface="Arial"/>
                <a:ea typeface="Arial"/>
                <a:cs typeface="Arial"/>
              </a:defRPr>
            </a:pPr>
            <a:r>
              <a:rPr sz="1725" b="0">
                <a:solidFill>
                  <a:srgbClr val="5B6470"/>
                </a:solidFill>
                <a:latin typeface="Arial"/>
                <a:ea typeface="Arial"/>
                <a:cs typeface="Arial"/>
              </a:rPr>
              <a:t>18 ON/OFF pairs, 36 episodes. Development split.</a:t>
            </a:r>
          </a:p>
        </p:txBody>
      </p:sp>
      <p:sp>
        <p:nvSpPr>
          <p:cNvPr id="10" name="">
            <a:extLst xmlns:a="http://schemas.openxmlformats.org/drawingml/2006/main">
              <a:ext uri="{FF2B5EF4-FFF2-40B4-BE49-F238E27FC236}">
                <a16:creationId xmlns:a16="http://schemas.microsoft.com/office/drawing/2014/main" id="{5906CF37-BE8A-4503-9334-8A5A3DF42FF5}"/>
              </a:ext>
            </a:extLst>
          </p:cNvPr>
          <p:cNvSpPr>
            <a:spLocks xmlns:a="http://schemas.openxmlformats.org/drawingml/2006/main" noGrp="1"/>
          </p:cNvSpPr>
          <p:nvPr/>
        </p:nvSpPr>
        <p:spPr>
          <a:xfrm xmlns:a="http://schemas.openxmlformats.org/drawingml/2006/main">
            <a:off x="609600" y="1123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a:solidFill>
                  <a:srgbClr val="5B6470"/>
                </a:solidFill>
                <a:latin typeface="Arial"/>
                <a:ea typeface="Arial"/>
                <a:cs typeface="Arial"/>
              </a:defRPr>
            </a:defPPr>
            <a:lvl1pPr>
              <a:buNone/>
              <a:defRPr sz="1650">
                <a:solidFill>
                  <a:srgbClr val="5B6470"/>
                </a:solidFill>
                <a:latin typeface="Arial"/>
                <a:ea typeface="Arial"/>
                <a:cs typeface="Arial"/>
              </a:defRPr>
            </a:lvl1pPr>
            <a:lvl2pPr>
              <a:buNone/>
              <a:defRPr sz="1650">
                <a:solidFill>
                  <a:srgbClr val="5B6470"/>
                </a:solidFill>
                <a:latin typeface="Arial"/>
                <a:ea typeface="Arial"/>
                <a:cs typeface="Arial"/>
              </a:defRPr>
            </a:lvl2pPr>
            <a:lvl3pPr>
              <a:buNone/>
              <a:defRPr sz="1650">
                <a:solidFill>
                  <a:srgbClr val="5B6470"/>
                </a:solidFill>
                <a:latin typeface="Arial"/>
                <a:ea typeface="Arial"/>
                <a:cs typeface="Arial"/>
              </a:defRPr>
            </a:lvl3pPr>
            <a:lvl4pPr>
              <a:buNone/>
              <a:defRPr sz="1650">
                <a:solidFill>
                  <a:srgbClr val="5B6470"/>
                </a:solidFill>
                <a:latin typeface="Arial"/>
                <a:ea typeface="Arial"/>
                <a:cs typeface="Arial"/>
              </a:defRPr>
            </a:lvl4pPr>
            <a:lvl5pPr>
              <a:buNone/>
              <a:defRPr sz="1650">
                <a:solidFill>
                  <a:srgbClr val="5B6470"/>
                </a:solidFill>
                <a:latin typeface="Arial"/>
                <a:ea typeface="Arial"/>
                <a:cs typeface="Arial"/>
              </a:defRPr>
            </a:lvl5pPr>
            <a:lvl6pPr>
              <a:buNone/>
              <a:defRPr sz="1650">
                <a:solidFill>
                  <a:srgbClr val="5B6470"/>
                </a:solidFill>
                <a:latin typeface="Arial"/>
                <a:ea typeface="Arial"/>
                <a:cs typeface="Arial"/>
              </a:defRPr>
            </a:lvl6pPr>
            <a:lvl7pPr>
              <a:buNone/>
              <a:defRPr sz="1650">
                <a:solidFill>
                  <a:srgbClr val="5B6470"/>
                </a:solidFill>
                <a:latin typeface="Arial"/>
                <a:ea typeface="Arial"/>
                <a:cs typeface="Arial"/>
              </a:defRPr>
            </a:lvl7pPr>
            <a:lvl8pPr>
              <a:buNone/>
              <a:defRPr sz="1650">
                <a:solidFill>
                  <a:srgbClr val="5B6470"/>
                </a:solidFill>
                <a:latin typeface="Arial"/>
                <a:ea typeface="Arial"/>
                <a:cs typeface="Arial"/>
              </a:defRPr>
            </a:lvl8pPr>
            <a:lvl9pPr>
              <a:buNone/>
              <a:defRPr sz="1650">
                <a:solidFill>
                  <a:srgbClr val="5B6470"/>
                </a:solidFill>
                <a:latin typeface="Arial"/>
                <a:ea typeface="Arial"/>
                <a:cs typeface="Arial"/>
              </a:defRPr>
            </a:lvl9pPr>
          </a:lstStyle>
          <a:p xmlns:a="http://schemas.openxmlformats.org/drawingml/2006/main">
            <a:pPr>
              <a:buNone/>
              <a:defRPr sz="1650">
                <a:solidFill>
                  <a:srgbClr val="5B6470"/>
                </a:solidFill>
                <a:latin typeface="Arial"/>
                <a:ea typeface="Arial"/>
                <a:cs typeface="Arial"/>
              </a:defRPr>
            </a:pPr>
            <a:r>
              <a:rPr sz="1650">
                <a:solidFill>
                  <a:srgbClr val="5B6470"/>
                </a:solidFill>
                <a:latin typeface="Arial"/>
                <a:ea typeface="Arial"/>
                <a:cs typeface="Arial"/>
              </a:rPr>
              <a:t>Zhang Yiming</a:t>
            </a:r>
          </a:p>
        </p:txBody>
      </p:sp>
    </p:spTree>
    <p:extLst>
      <p:ext uri="{BB962C8B-B14F-4D97-AF65-F5344CB8AC3E}">
        <p14:creationId xmlns:p14="http://schemas.microsoft.com/office/powerpoint/2010/main" val="11863955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9DE5ED-8F4B-49D4-8B6E-7E9AD88D0DFF}"/>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A43"/>
                </a:solidFill>
                <a:latin typeface="Arial"/>
                <a:ea typeface="Arial"/>
                <a:cs typeface="Arial"/>
              </a:defRPr>
            </a:defPPr>
            <a:lvl1pPr>
              <a:buNone/>
              <a:defRPr sz="3600" b="1">
                <a:solidFill>
                  <a:srgbClr val="152A43"/>
                </a:solidFill>
                <a:latin typeface="Arial"/>
                <a:ea typeface="Arial"/>
                <a:cs typeface="Arial"/>
              </a:defRPr>
            </a:lvl1pPr>
            <a:lvl2pPr>
              <a:buNone/>
              <a:defRPr sz="3600" b="1">
                <a:solidFill>
                  <a:srgbClr val="152A43"/>
                </a:solidFill>
                <a:latin typeface="Arial"/>
                <a:ea typeface="Arial"/>
                <a:cs typeface="Arial"/>
              </a:defRPr>
            </a:lvl2pPr>
            <a:lvl3pPr>
              <a:buNone/>
              <a:defRPr sz="3600" b="1">
                <a:solidFill>
                  <a:srgbClr val="152A43"/>
                </a:solidFill>
                <a:latin typeface="Arial"/>
                <a:ea typeface="Arial"/>
                <a:cs typeface="Arial"/>
              </a:defRPr>
            </a:lvl3pPr>
            <a:lvl4pPr>
              <a:buNone/>
              <a:defRPr sz="3600" b="1">
                <a:solidFill>
                  <a:srgbClr val="152A43"/>
                </a:solidFill>
                <a:latin typeface="Arial"/>
                <a:ea typeface="Arial"/>
                <a:cs typeface="Arial"/>
              </a:defRPr>
            </a:lvl4pPr>
            <a:lvl5pPr>
              <a:buNone/>
              <a:defRPr sz="3600" b="1">
                <a:solidFill>
                  <a:srgbClr val="152A43"/>
                </a:solidFill>
                <a:latin typeface="Arial"/>
                <a:ea typeface="Arial"/>
                <a:cs typeface="Arial"/>
              </a:defRPr>
            </a:lvl5pPr>
            <a:lvl6pPr>
              <a:buNone/>
              <a:defRPr sz="3600" b="1">
                <a:solidFill>
                  <a:srgbClr val="152A43"/>
                </a:solidFill>
                <a:latin typeface="Arial"/>
                <a:ea typeface="Arial"/>
                <a:cs typeface="Arial"/>
              </a:defRPr>
            </a:lvl6pPr>
            <a:lvl7pPr>
              <a:buNone/>
              <a:defRPr sz="3600" b="1">
                <a:solidFill>
                  <a:srgbClr val="152A43"/>
                </a:solidFill>
                <a:latin typeface="Arial"/>
                <a:ea typeface="Arial"/>
                <a:cs typeface="Arial"/>
              </a:defRPr>
            </a:lvl7pPr>
            <a:lvl8pPr>
              <a:buNone/>
              <a:defRPr sz="3600" b="1">
                <a:solidFill>
                  <a:srgbClr val="152A43"/>
                </a:solidFill>
                <a:latin typeface="Arial"/>
                <a:ea typeface="Arial"/>
                <a:cs typeface="Arial"/>
              </a:defRPr>
            </a:lvl8pPr>
            <a:lvl9pPr>
              <a:buNone/>
              <a:defRPr sz="3600" b="1">
                <a:solidFill>
                  <a:srgbClr val="152A43"/>
                </a:solidFill>
                <a:latin typeface="Arial"/>
                <a:ea typeface="Arial"/>
                <a:cs typeface="Arial"/>
              </a:defRPr>
            </a:lvl9pPr>
          </a:lstStyle>
          <a:p xmlns:a="http://schemas.openxmlformats.org/drawingml/2006/main">
            <a:pPr>
              <a:buNone/>
              <a:defRPr sz="3600" b="1">
                <a:solidFill>
                  <a:srgbClr val="152A43"/>
                </a:solidFill>
                <a:latin typeface="Arial"/>
                <a:ea typeface="Arial"/>
                <a:cs typeface="Arial"/>
              </a:defRPr>
            </a:pPr>
            <a:r>
              <a:rPr sz="3600" b="1">
                <a:solidFill>
                  <a:srgbClr val="152A43"/>
                </a:solidFill>
                <a:latin typeface="Arial"/>
                <a:ea typeface="Arial"/>
                <a:cs typeface="Arial"/>
              </a:rPr>
              <a:t>Frozen Memory ablation</a:t>
            </a:r>
          </a:p>
        </p:txBody>
      </p:sp>
      <p:sp>
        <p:nvSpPr>
          <p:cNvPr id="3" name="">
            <a:extLst xmlns:a="http://schemas.openxmlformats.org/drawingml/2006/main">
              <a:ext uri="{FF2B5EF4-FFF2-40B4-BE49-F238E27FC236}">
                <a16:creationId xmlns:a16="http://schemas.microsoft.com/office/drawing/2014/main" id="{ED5712AA-BE3B-417C-ABC0-F83BB3CDFACE}"/>
              </a:ext>
            </a:extLst>
          </p:cNvPr>
          <p:cNvSpPr>
            <a:spLocks xmlns:a="http://schemas.openxmlformats.org/drawingml/2006/main" noGrp="1"/>
          </p:cNvSpPr>
          <p:nvPr/>
        </p:nvSpPr>
        <p:spPr>
          <a:xfrm xmlns:a="http://schemas.openxmlformats.org/drawingml/2006/main">
            <a:off x="609600" y="56197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52A43"/>
                </a:solidFill>
                <a:latin typeface="Arial"/>
                <a:ea typeface="Arial"/>
                <a:cs typeface="Arial"/>
              </a:defRPr>
            </a:defPPr>
            <a:lvl1pPr>
              <a:buNone/>
              <a:defRPr sz="1950" b="1">
                <a:solidFill>
                  <a:srgbClr val="152A43"/>
                </a:solidFill>
                <a:latin typeface="Arial"/>
                <a:ea typeface="Arial"/>
                <a:cs typeface="Arial"/>
              </a:defRPr>
            </a:lvl1pPr>
            <a:lvl2pPr>
              <a:buNone/>
              <a:defRPr sz="1950" b="1">
                <a:solidFill>
                  <a:srgbClr val="152A43"/>
                </a:solidFill>
                <a:latin typeface="Arial"/>
                <a:ea typeface="Arial"/>
                <a:cs typeface="Arial"/>
              </a:defRPr>
            </a:lvl2pPr>
            <a:lvl3pPr>
              <a:buNone/>
              <a:defRPr sz="1950" b="1">
                <a:solidFill>
                  <a:srgbClr val="152A43"/>
                </a:solidFill>
                <a:latin typeface="Arial"/>
                <a:ea typeface="Arial"/>
                <a:cs typeface="Arial"/>
              </a:defRPr>
            </a:lvl3pPr>
            <a:lvl4pPr>
              <a:buNone/>
              <a:defRPr sz="1950" b="1">
                <a:solidFill>
                  <a:srgbClr val="152A43"/>
                </a:solidFill>
                <a:latin typeface="Arial"/>
                <a:ea typeface="Arial"/>
                <a:cs typeface="Arial"/>
              </a:defRPr>
            </a:lvl4pPr>
            <a:lvl5pPr>
              <a:buNone/>
              <a:defRPr sz="1950" b="1">
                <a:solidFill>
                  <a:srgbClr val="152A43"/>
                </a:solidFill>
                <a:latin typeface="Arial"/>
                <a:ea typeface="Arial"/>
                <a:cs typeface="Arial"/>
              </a:defRPr>
            </a:lvl5pPr>
            <a:lvl6pPr>
              <a:buNone/>
              <a:defRPr sz="1950" b="1">
                <a:solidFill>
                  <a:srgbClr val="152A43"/>
                </a:solidFill>
                <a:latin typeface="Arial"/>
                <a:ea typeface="Arial"/>
                <a:cs typeface="Arial"/>
              </a:defRPr>
            </a:lvl6pPr>
            <a:lvl7pPr>
              <a:buNone/>
              <a:defRPr sz="1950" b="1">
                <a:solidFill>
                  <a:srgbClr val="152A43"/>
                </a:solidFill>
                <a:latin typeface="Arial"/>
                <a:ea typeface="Arial"/>
                <a:cs typeface="Arial"/>
              </a:defRPr>
            </a:lvl7pPr>
            <a:lvl8pPr>
              <a:buNone/>
              <a:defRPr sz="1950" b="1">
                <a:solidFill>
                  <a:srgbClr val="152A43"/>
                </a:solidFill>
                <a:latin typeface="Arial"/>
                <a:ea typeface="Arial"/>
                <a:cs typeface="Arial"/>
              </a:defRPr>
            </a:lvl8pPr>
            <a:lvl9pPr>
              <a:buNone/>
              <a:defRPr sz="1950" b="1">
                <a:solidFill>
                  <a:srgbClr val="152A43"/>
                </a:solidFill>
                <a:latin typeface="Arial"/>
                <a:ea typeface="Arial"/>
                <a:cs typeface="Arial"/>
              </a:defRPr>
            </a:lvl9pPr>
          </a:lstStyle>
          <a:p xmlns:a="http://schemas.openxmlformats.org/drawingml/2006/main">
            <a:pPr>
              <a:buNone/>
              <a:defRPr sz="1950" b="1">
                <a:solidFill>
                  <a:srgbClr val="152A43"/>
                </a:solidFill>
                <a:latin typeface="Arial"/>
                <a:ea typeface="Arial"/>
                <a:cs typeface="Arial"/>
              </a:defRPr>
            </a:pPr>
            <a:r>
              <a:rPr sz="1950" b="1">
                <a:solidFill>
                  <a:srgbClr val="152A43"/>
                </a:solidFill>
                <a:latin typeface="Arial"/>
                <a:ea typeface="Arial"/>
                <a:cs typeface="Arial"/>
              </a:rPr>
              <a:t>Discovery across 18 development pairs</a:t>
            </a:r>
          </a:p>
        </p:txBody>
      </p:sp>
      <p:sp>
        <p:nvSpPr>
          <p:cNvPr id="4" name="">
            <a:extLst xmlns:a="http://schemas.openxmlformats.org/drawingml/2006/main">
              <a:ext uri="{FF2B5EF4-FFF2-40B4-BE49-F238E27FC236}">
                <a16:creationId xmlns:a16="http://schemas.microsoft.com/office/drawing/2014/main" id="{0F8CB7BC-C187-43A0-8890-1F47FD8465FE}"/>
              </a:ext>
            </a:extLst>
          </p:cNvPr>
          <p:cNvSpPr>
            <a:spLocks xmlns:a="http://schemas.openxmlformats.org/drawingml/2006/main" noGrp="1"/>
          </p:cNvSpPr>
          <p:nvPr/>
        </p:nvSpPr>
        <p:spPr>
          <a:xfrm xmlns:a="http://schemas.openxmlformats.org/drawingml/2006/main">
            <a:off x="609600" y="6067425"/>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A43"/>
                </a:solidFill>
                <a:latin typeface="Arial"/>
                <a:ea typeface="Arial"/>
                <a:cs typeface="Arial"/>
              </a:defRPr>
            </a:defPPr>
            <a:lvl1pPr>
              <a:buNone/>
              <a:defRPr sz="1725" b="0">
                <a:solidFill>
                  <a:srgbClr val="152A43"/>
                </a:solidFill>
                <a:latin typeface="Arial"/>
                <a:ea typeface="Arial"/>
                <a:cs typeface="Arial"/>
              </a:defRPr>
            </a:lvl1pPr>
            <a:lvl2pPr>
              <a:buNone/>
              <a:defRPr sz="1725" b="0">
                <a:solidFill>
                  <a:srgbClr val="152A43"/>
                </a:solidFill>
                <a:latin typeface="Arial"/>
                <a:ea typeface="Arial"/>
                <a:cs typeface="Arial"/>
              </a:defRPr>
            </a:lvl2pPr>
            <a:lvl3pPr>
              <a:buNone/>
              <a:defRPr sz="1725" b="0">
                <a:solidFill>
                  <a:srgbClr val="152A43"/>
                </a:solidFill>
                <a:latin typeface="Arial"/>
                <a:ea typeface="Arial"/>
                <a:cs typeface="Arial"/>
              </a:defRPr>
            </a:lvl3pPr>
            <a:lvl4pPr>
              <a:buNone/>
              <a:defRPr sz="1725" b="0">
                <a:solidFill>
                  <a:srgbClr val="152A43"/>
                </a:solidFill>
                <a:latin typeface="Arial"/>
                <a:ea typeface="Arial"/>
                <a:cs typeface="Arial"/>
              </a:defRPr>
            </a:lvl4pPr>
            <a:lvl5pPr>
              <a:buNone/>
              <a:defRPr sz="1725" b="0">
                <a:solidFill>
                  <a:srgbClr val="152A43"/>
                </a:solidFill>
                <a:latin typeface="Arial"/>
                <a:ea typeface="Arial"/>
                <a:cs typeface="Arial"/>
              </a:defRPr>
            </a:lvl5pPr>
            <a:lvl6pPr>
              <a:buNone/>
              <a:defRPr sz="1725" b="0">
                <a:solidFill>
                  <a:srgbClr val="152A43"/>
                </a:solidFill>
                <a:latin typeface="Arial"/>
                <a:ea typeface="Arial"/>
                <a:cs typeface="Arial"/>
              </a:defRPr>
            </a:lvl6pPr>
            <a:lvl7pPr>
              <a:buNone/>
              <a:defRPr sz="1725" b="0">
                <a:solidFill>
                  <a:srgbClr val="152A43"/>
                </a:solidFill>
                <a:latin typeface="Arial"/>
                <a:ea typeface="Arial"/>
                <a:cs typeface="Arial"/>
              </a:defRPr>
            </a:lvl7pPr>
            <a:lvl8pPr>
              <a:buNone/>
              <a:defRPr sz="1725" b="0">
                <a:solidFill>
                  <a:srgbClr val="152A43"/>
                </a:solidFill>
                <a:latin typeface="Arial"/>
                <a:ea typeface="Arial"/>
                <a:cs typeface="Arial"/>
              </a:defRPr>
            </a:lvl8pPr>
            <a:lvl9pPr>
              <a:buNone/>
              <a:defRPr sz="1725" b="0">
                <a:solidFill>
                  <a:srgbClr val="152A43"/>
                </a:solidFill>
                <a:latin typeface="Arial"/>
                <a:ea typeface="Arial"/>
                <a:cs typeface="Arial"/>
              </a:defRPr>
            </a:lvl9pPr>
          </a:lstStyle>
          <a:p xmlns:a="http://schemas.openxmlformats.org/drawingml/2006/main">
            <a:pPr>
              <a:buNone/>
              <a:defRPr sz="1725" b="0">
                <a:solidFill>
                  <a:srgbClr val="152A43"/>
                </a:solidFill>
                <a:latin typeface="Arial"/>
                <a:ea typeface="Arial"/>
                <a:cs typeface="Arial"/>
              </a:defRPr>
            </a:pPr>
            <a:r>
              <a:rPr sz="1725" b="0">
                <a:solidFill>
                  <a:srgbClr val="152A43"/>
                </a:solidFill>
                <a:latin typeface="Arial"/>
                <a:ea typeface="Arial"/>
                <a:cs typeface="Arial"/>
              </a:rPr>
              <a:t>6 systems, seeds 17/29/43, B=20</a:t>
            </a:r>
          </a:p>
          <a:p xmlns:a="http://schemas.openxmlformats.org/drawingml/2006/main">
            <a:pPr>
              <a:buNone/>
              <a:defRPr sz="1725" b="0">
                <a:solidFill>
                  <a:srgbClr val="152A43"/>
                </a:solidFill>
                <a:latin typeface="Arial"/>
                <a:ea typeface="Arial"/>
                <a:cs typeface="Arial"/>
              </a:defRPr>
            </a:pPr>
            <a:r>
              <a:rPr sz="1725" b="0">
                <a:solidFill>
                  <a:srgbClr val="152A43"/>
                </a:solidFill>
                <a:latin typeface="Arial"/>
                <a:ea typeface="Arial"/>
                <a:cs typeface="Arial"/>
              </a:rPr>
              <a:t>CPU ORB, only Memory disabled in OFF</a:t>
            </a:r>
          </a:p>
        </p:txBody>
      </p:sp>
      <p:sp>
        <p:nvSpPr>
          <p:cNvPr id="5" name="">
            <a:extLst xmlns:a="http://schemas.openxmlformats.org/drawingml/2006/main">
              <a:ext uri="{FF2B5EF4-FFF2-40B4-BE49-F238E27FC236}">
                <a16:creationId xmlns:a16="http://schemas.microsoft.com/office/drawing/2014/main" id="{B1DD9CE8-A540-47DF-9A61-0E611F19EB0F}"/>
              </a:ext>
            </a:extLst>
          </p:cNvPr>
          <p:cNvSpPr>
            <a:spLocks xmlns:a="http://schemas.openxmlformats.org/drawingml/2006/main" noGrp="1"/>
          </p:cNvSpPr>
          <p:nvPr/>
        </p:nvSpPr>
        <p:spPr>
          <a:xfrm xmlns:a="http://schemas.openxmlformats.org/drawingml/2006/main">
            <a:off x="6477000" y="1476375"/>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2A43"/>
                </a:solidFill>
                <a:latin typeface="Arial"/>
                <a:ea typeface="Arial"/>
                <a:cs typeface="Arial"/>
              </a:defRPr>
            </a:defPPr>
            <a:lvl1pPr>
              <a:buNone/>
              <a:defRPr sz="2325" b="1">
                <a:solidFill>
                  <a:srgbClr val="152A43"/>
                </a:solidFill>
                <a:latin typeface="Arial"/>
                <a:ea typeface="Arial"/>
                <a:cs typeface="Arial"/>
              </a:defRPr>
            </a:lvl1pPr>
            <a:lvl2pPr>
              <a:buNone/>
              <a:defRPr sz="2325" b="1">
                <a:solidFill>
                  <a:srgbClr val="152A43"/>
                </a:solidFill>
                <a:latin typeface="Arial"/>
                <a:ea typeface="Arial"/>
                <a:cs typeface="Arial"/>
              </a:defRPr>
            </a:lvl2pPr>
            <a:lvl3pPr>
              <a:buNone/>
              <a:defRPr sz="2325" b="1">
                <a:solidFill>
                  <a:srgbClr val="152A43"/>
                </a:solidFill>
                <a:latin typeface="Arial"/>
                <a:ea typeface="Arial"/>
                <a:cs typeface="Arial"/>
              </a:defRPr>
            </a:lvl3pPr>
            <a:lvl4pPr>
              <a:buNone/>
              <a:defRPr sz="2325" b="1">
                <a:solidFill>
                  <a:srgbClr val="152A43"/>
                </a:solidFill>
                <a:latin typeface="Arial"/>
                <a:ea typeface="Arial"/>
                <a:cs typeface="Arial"/>
              </a:defRPr>
            </a:lvl4pPr>
            <a:lvl5pPr>
              <a:buNone/>
              <a:defRPr sz="2325" b="1">
                <a:solidFill>
                  <a:srgbClr val="152A43"/>
                </a:solidFill>
                <a:latin typeface="Arial"/>
                <a:ea typeface="Arial"/>
                <a:cs typeface="Arial"/>
              </a:defRPr>
            </a:lvl5pPr>
            <a:lvl6pPr>
              <a:buNone/>
              <a:defRPr sz="2325" b="1">
                <a:solidFill>
                  <a:srgbClr val="152A43"/>
                </a:solidFill>
                <a:latin typeface="Arial"/>
                <a:ea typeface="Arial"/>
                <a:cs typeface="Arial"/>
              </a:defRPr>
            </a:lvl6pPr>
            <a:lvl7pPr>
              <a:buNone/>
              <a:defRPr sz="2325" b="1">
                <a:solidFill>
                  <a:srgbClr val="152A43"/>
                </a:solidFill>
                <a:latin typeface="Arial"/>
                <a:ea typeface="Arial"/>
                <a:cs typeface="Arial"/>
              </a:defRPr>
            </a:lvl7pPr>
            <a:lvl8pPr>
              <a:buNone/>
              <a:defRPr sz="2325" b="1">
                <a:solidFill>
                  <a:srgbClr val="152A43"/>
                </a:solidFill>
                <a:latin typeface="Arial"/>
                <a:ea typeface="Arial"/>
                <a:cs typeface="Arial"/>
              </a:defRPr>
            </a:lvl8pPr>
            <a:lvl9pPr>
              <a:buNone/>
              <a:defRPr sz="2325" b="1">
                <a:solidFill>
                  <a:srgbClr val="152A43"/>
                </a:solidFill>
                <a:latin typeface="Arial"/>
                <a:ea typeface="Arial"/>
                <a:cs typeface="Arial"/>
              </a:defRPr>
            </a:lvl9pPr>
          </a:lstStyle>
          <a:p xmlns:a="http://schemas.openxmlformats.org/drawingml/2006/main">
            <a:pPr>
              <a:buNone/>
              <a:defRPr sz="2325" b="1">
                <a:solidFill>
                  <a:srgbClr val="152A43"/>
                </a:solidFill>
                <a:latin typeface="Arial"/>
                <a:ea typeface="Arial"/>
                <a:cs typeface="Arial"/>
              </a:defRPr>
            </a:pPr>
            <a:r>
              <a:rPr sz="2325" b="1">
                <a:solidFill>
                  <a:srgbClr val="152A43"/>
                </a:solidFill>
                <a:latin typeface="Arial"/>
                <a:ea typeface="Arial"/>
                <a:cs typeface="Arial"/>
              </a:rPr>
              <a:t>Mean development results</a:t>
            </a:r>
          </a:p>
        </p:txBody>
      </p:sp>
      <p:sp>
        <p:nvSpPr>
          <p:cNvPr id="7" name="">
            <a:extLst xmlns:a="http://schemas.openxmlformats.org/drawingml/2006/main">
              <a:ext uri="{FF2B5EF4-FFF2-40B4-BE49-F238E27FC236}">
                <a16:creationId xmlns:a16="http://schemas.microsoft.com/office/drawing/2014/main" id="{81735D51-3855-49B1-9208-E2FCB1E23592}"/>
              </a:ext>
            </a:extLst>
          </p:cNvPr>
          <p:cNvSpPr>
            <a:spLocks xmlns:a="http://schemas.openxmlformats.org/drawingml/2006/main" noGrp="1"/>
          </p:cNvSpPr>
          <p:nvPr/>
        </p:nvSpPr>
        <p:spPr>
          <a:xfrm xmlns:a="http://schemas.openxmlformats.org/drawingml/2006/main">
            <a:off x="6477000" y="3886200"/>
            <a:ext cx="5105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2A43"/>
                </a:solidFill>
                <a:latin typeface="Arial"/>
                <a:ea typeface="Arial"/>
                <a:cs typeface="Arial"/>
              </a:defRPr>
            </a:defPPr>
            <a:lvl1pPr>
              <a:buNone/>
              <a:defRPr sz="2250" b="1">
                <a:solidFill>
                  <a:srgbClr val="152A43"/>
                </a:solidFill>
                <a:latin typeface="Arial"/>
                <a:ea typeface="Arial"/>
                <a:cs typeface="Arial"/>
              </a:defRPr>
            </a:lvl1pPr>
            <a:lvl2pPr>
              <a:buNone/>
              <a:defRPr sz="2250" b="1">
                <a:solidFill>
                  <a:srgbClr val="152A43"/>
                </a:solidFill>
                <a:latin typeface="Arial"/>
                <a:ea typeface="Arial"/>
                <a:cs typeface="Arial"/>
              </a:defRPr>
            </a:lvl2pPr>
            <a:lvl3pPr>
              <a:buNone/>
              <a:defRPr sz="2250" b="1">
                <a:solidFill>
                  <a:srgbClr val="152A43"/>
                </a:solidFill>
                <a:latin typeface="Arial"/>
                <a:ea typeface="Arial"/>
                <a:cs typeface="Arial"/>
              </a:defRPr>
            </a:lvl3pPr>
            <a:lvl4pPr>
              <a:buNone/>
              <a:defRPr sz="2250" b="1">
                <a:solidFill>
                  <a:srgbClr val="152A43"/>
                </a:solidFill>
                <a:latin typeface="Arial"/>
                <a:ea typeface="Arial"/>
                <a:cs typeface="Arial"/>
              </a:defRPr>
            </a:lvl4pPr>
            <a:lvl5pPr>
              <a:buNone/>
              <a:defRPr sz="2250" b="1">
                <a:solidFill>
                  <a:srgbClr val="152A43"/>
                </a:solidFill>
                <a:latin typeface="Arial"/>
                <a:ea typeface="Arial"/>
                <a:cs typeface="Arial"/>
              </a:defRPr>
            </a:lvl5pPr>
            <a:lvl6pPr>
              <a:buNone/>
              <a:defRPr sz="2250" b="1">
                <a:solidFill>
                  <a:srgbClr val="152A43"/>
                </a:solidFill>
                <a:latin typeface="Arial"/>
                <a:ea typeface="Arial"/>
                <a:cs typeface="Arial"/>
              </a:defRPr>
            </a:lvl6pPr>
            <a:lvl7pPr>
              <a:buNone/>
              <a:defRPr sz="2250" b="1">
                <a:solidFill>
                  <a:srgbClr val="152A43"/>
                </a:solidFill>
                <a:latin typeface="Arial"/>
                <a:ea typeface="Arial"/>
                <a:cs typeface="Arial"/>
              </a:defRPr>
            </a:lvl7pPr>
            <a:lvl8pPr>
              <a:buNone/>
              <a:defRPr sz="2250" b="1">
                <a:solidFill>
                  <a:srgbClr val="152A43"/>
                </a:solidFill>
                <a:latin typeface="Arial"/>
                <a:ea typeface="Arial"/>
                <a:cs typeface="Arial"/>
              </a:defRPr>
            </a:lvl8pPr>
            <a:lvl9pPr>
              <a:buNone/>
              <a:defRPr sz="2250" b="1">
                <a:solidFill>
                  <a:srgbClr val="152A43"/>
                </a:solidFill>
                <a:latin typeface="Arial"/>
                <a:ea typeface="Arial"/>
                <a:cs typeface="Arial"/>
              </a:defRPr>
            </a:lvl9pPr>
          </a:lstStyle>
          <a:p xmlns:a="http://schemas.openxmlformats.org/drawingml/2006/main">
            <a:pPr>
              <a:buNone/>
              <a:defRPr sz="2250" b="1">
                <a:solidFill>
                  <a:srgbClr val="152A43"/>
                </a:solidFill>
                <a:latin typeface="Arial"/>
                <a:ea typeface="Arial"/>
                <a:cs typeface="Arial"/>
              </a:defRPr>
            </a:pPr>
            <a:r>
              <a:rPr sz="2250" b="1">
                <a:solidFill>
                  <a:srgbClr val="152A43"/>
                </a:solidFill>
                <a:latin typeface="Arial"/>
                <a:ea typeface="Arial"/>
                <a:cs typeface="Arial"/>
              </a:rPr>
              <a:t>Mixed effects across pairs</a:t>
            </a:r>
          </a:p>
        </p:txBody>
      </p:sp>
      <p:sp>
        <p:nvSpPr>
          <p:cNvPr id="8" name="">
            <a:extLst xmlns:a="http://schemas.openxmlformats.org/drawingml/2006/main">
              <a:ext uri="{FF2B5EF4-FFF2-40B4-BE49-F238E27FC236}">
                <a16:creationId xmlns:a16="http://schemas.microsoft.com/office/drawing/2014/main" id="{B588CD48-CB06-41EB-9976-3AEF5B08A817}"/>
              </a:ext>
            </a:extLst>
          </p:cNvPr>
          <p:cNvSpPr>
            <a:spLocks xmlns:a="http://schemas.openxmlformats.org/drawingml/2006/main" noGrp="1"/>
          </p:cNvSpPr>
          <p:nvPr/>
        </p:nvSpPr>
        <p:spPr>
          <a:xfrm xmlns:a="http://schemas.openxmlformats.org/drawingml/2006/main">
            <a:off x="6477000" y="4457700"/>
            <a:ext cx="51054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2A43"/>
                </a:solidFill>
                <a:latin typeface="Arial"/>
                <a:ea typeface="Arial"/>
                <a:cs typeface="Arial"/>
              </a:defRPr>
            </a:defPPr>
            <a:lvl1pPr>
              <a:buNone/>
              <a:defRPr sz="2025" b="0">
                <a:solidFill>
                  <a:srgbClr val="152A43"/>
                </a:solidFill>
                <a:latin typeface="Arial"/>
                <a:ea typeface="Arial"/>
                <a:cs typeface="Arial"/>
              </a:defRPr>
            </a:lvl1pPr>
            <a:lvl2pPr>
              <a:buNone/>
              <a:defRPr sz="2025" b="0">
                <a:solidFill>
                  <a:srgbClr val="152A43"/>
                </a:solidFill>
                <a:latin typeface="Arial"/>
                <a:ea typeface="Arial"/>
                <a:cs typeface="Arial"/>
              </a:defRPr>
            </a:lvl2pPr>
            <a:lvl3pPr>
              <a:buNone/>
              <a:defRPr sz="2025" b="0">
                <a:solidFill>
                  <a:srgbClr val="152A43"/>
                </a:solidFill>
                <a:latin typeface="Arial"/>
                <a:ea typeface="Arial"/>
                <a:cs typeface="Arial"/>
              </a:defRPr>
            </a:lvl3pPr>
            <a:lvl4pPr>
              <a:buNone/>
              <a:defRPr sz="2025" b="0">
                <a:solidFill>
                  <a:srgbClr val="152A43"/>
                </a:solidFill>
                <a:latin typeface="Arial"/>
                <a:ea typeface="Arial"/>
                <a:cs typeface="Arial"/>
              </a:defRPr>
            </a:lvl4pPr>
            <a:lvl5pPr>
              <a:buNone/>
              <a:defRPr sz="2025" b="0">
                <a:solidFill>
                  <a:srgbClr val="152A43"/>
                </a:solidFill>
                <a:latin typeface="Arial"/>
                <a:ea typeface="Arial"/>
                <a:cs typeface="Arial"/>
              </a:defRPr>
            </a:lvl5pPr>
            <a:lvl6pPr>
              <a:buNone/>
              <a:defRPr sz="2025" b="0">
                <a:solidFill>
                  <a:srgbClr val="152A43"/>
                </a:solidFill>
                <a:latin typeface="Arial"/>
                <a:ea typeface="Arial"/>
                <a:cs typeface="Arial"/>
              </a:defRPr>
            </a:lvl6pPr>
            <a:lvl7pPr>
              <a:buNone/>
              <a:defRPr sz="2025" b="0">
                <a:solidFill>
                  <a:srgbClr val="152A43"/>
                </a:solidFill>
                <a:latin typeface="Arial"/>
                <a:ea typeface="Arial"/>
                <a:cs typeface="Arial"/>
              </a:defRPr>
            </a:lvl7pPr>
            <a:lvl8pPr>
              <a:buNone/>
              <a:defRPr sz="2025" b="0">
                <a:solidFill>
                  <a:srgbClr val="152A43"/>
                </a:solidFill>
                <a:latin typeface="Arial"/>
                <a:ea typeface="Arial"/>
                <a:cs typeface="Arial"/>
              </a:defRPr>
            </a:lvl8pPr>
            <a:lvl9pPr>
              <a:buNone/>
              <a:defRPr sz="2025" b="0">
                <a:solidFill>
                  <a:srgbClr val="152A43"/>
                </a:solidFill>
                <a:latin typeface="Arial"/>
                <a:ea typeface="Arial"/>
                <a:cs typeface="Arial"/>
              </a:defRPr>
            </a:lvl9pPr>
          </a:lstStyle>
          <a:p xmlns:a="http://schemas.openxmlformats.org/drawingml/2006/main">
            <a:pPr>
              <a:buNone/>
              <a:defRPr sz="2025" b="0">
                <a:solidFill>
                  <a:srgbClr val="152A43"/>
                </a:solidFill>
                <a:latin typeface="Arial"/>
                <a:ea typeface="Arial"/>
                <a:cs typeface="Arial"/>
              </a:defRPr>
            </a:pPr>
            <a:r>
              <a:rPr sz="2025" b="0">
                <a:solidFill>
                  <a:srgbClr val="152A43"/>
                </a:solidFill>
                <a:latin typeface="Arial"/>
                <a:ea typeface="Arial"/>
                <a:cs typeface="Arial"/>
              </a:rPr>
              <a:t>Mean difference: +0.89 mSUN</a:t>
            </a:r>
          </a:p>
          <a:p xmlns:a="http://schemas.openxmlformats.org/drawingml/2006/main">
            <a:pPr>
              <a:buNone/>
              <a:defRPr sz="2025" b="0">
                <a:solidFill>
                  <a:srgbClr val="152A43"/>
                </a:solidFill>
                <a:latin typeface="Arial"/>
                <a:ea typeface="Arial"/>
                <a:cs typeface="Arial"/>
              </a:defRPr>
            </a:pPr>
            <a:r>
              <a:rPr sz="2025" b="0">
                <a:solidFill>
                  <a:srgbClr val="152A43"/>
                </a:solidFill>
                <a:latin typeface="Arial"/>
                <a:ea typeface="Arial"/>
                <a:cs typeface="Arial"/>
              </a:rPr>
              <a:t>ON better in 8 pairs, equal in 3,</a:t>
            </a:r>
          </a:p>
          <a:p xmlns:a="http://schemas.openxmlformats.org/drawingml/2006/main">
            <a:pPr>
              <a:buNone/>
              <a:defRPr sz="2025" b="0">
                <a:solidFill>
                  <a:srgbClr val="152A43"/>
                </a:solidFill>
                <a:latin typeface="Arial"/>
                <a:ea typeface="Arial"/>
                <a:cs typeface="Arial"/>
              </a:defRPr>
            </a:pPr>
            <a:r>
              <a:rPr sz="2025" b="0">
                <a:solidFill>
                  <a:srgbClr val="152A43"/>
                </a:solidFill>
                <a:latin typeface="Arial"/>
                <a:ea typeface="Arial"/>
                <a:cs typeface="Arial"/>
              </a:rPr>
              <a:t>and worse in 7</a:t>
            </a:r>
          </a:p>
        </p:txBody>
      </p:sp>
      <p:sp>
        <p:nvSpPr>
          <p:cNvPr id="9" name="">
            <a:extLst xmlns:a="http://schemas.openxmlformats.org/drawingml/2006/main">
              <a:ext uri="{FF2B5EF4-FFF2-40B4-BE49-F238E27FC236}">
                <a16:creationId xmlns:a16="http://schemas.microsoft.com/office/drawing/2014/main" id="{A98D30F2-BADD-4938-8E4F-F0796B91EF85}"/>
              </a:ext>
            </a:extLst>
          </p:cNvPr>
          <p:cNvSpPr>
            <a:spLocks xmlns:a="http://schemas.openxmlformats.org/drawingml/2006/main" noGrp="1"/>
          </p:cNvSpPr>
          <p:nvPr/>
        </p:nvSpPr>
        <p:spPr>
          <a:xfrm xmlns:a="http://schemas.openxmlformats.org/drawingml/2006/main">
            <a:off x="6477000" y="6067425"/>
            <a:ext cx="5105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5B6470"/>
                </a:solidFill>
                <a:latin typeface="Arial"/>
                <a:ea typeface="Arial"/>
                <a:cs typeface="Arial"/>
              </a:defRPr>
            </a:defPPr>
            <a:lvl1pPr>
              <a:buNone/>
              <a:defRPr sz="1875" b="1">
                <a:solidFill>
                  <a:srgbClr val="7C4614"/>
                </a:solidFill>
                <a:latin typeface="Arial"/>
                <a:ea typeface="Arial"/>
                <a:cs typeface="Arial"/>
              </a:defRPr>
            </a:lvl1pPr>
            <a:lvl2pPr>
              <a:buNone/>
              <a:defRPr sz="1875" b="1">
                <a:solidFill>
                  <a:srgbClr val="7C4614"/>
                </a:solidFill>
                <a:latin typeface="Arial"/>
                <a:ea typeface="Arial"/>
                <a:cs typeface="Arial"/>
              </a:defRPr>
            </a:lvl2pPr>
            <a:lvl3pPr>
              <a:buNone/>
              <a:defRPr sz="1875" b="1">
                <a:solidFill>
                  <a:srgbClr val="7C4614"/>
                </a:solidFill>
                <a:latin typeface="Arial"/>
                <a:ea typeface="Arial"/>
                <a:cs typeface="Arial"/>
              </a:defRPr>
            </a:lvl3pPr>
            <a:lvl4pPr>
              <a:buNone/>
              <a:defRPr sz="1875" b="1">
                <a:solidFill>
                  <a:srgbClr val="7C4614"/>
                </a:solidFill>
                <a:latin typeface="Arial"/>
                <a:ea typeface="Arial"/>
                <a:cs typeface="Arial"/>
              </a:defRPr>
            </a:lvl4pPr>
            <a:lvl5pPr>
              <a:buNone/>
              <a:defRPr sz="1875" b="1">
                <a:solidFill>
                  <a:srgbClr val="7C4614"/>
                </a:solidFill>
                <a:latin typeface="Arial"/>
                <a:ea typeface="Arial"/>
                <a:cs typeface="Arial"/>
              </a:defRPr>
            </a:lvl5pPr>
            <a:lvl6pPr>
              <a:buNone/>
              <a:defRPr sz="1875" b="1">
                <a:solidFill>
                  <a:srgbClr val="7C4614"/>
                </a:solidFill>
                <a:latin typeface="Arial"/>
                <a:ea typeface="Arial"/>
                <a:cs typeface="Arial"/>
              </a:defRPr>
            </a:lvl6pPr>
            <a:lvl7pPr>
              <a:buNone/>
              <a:defRPr sz="1875" b="1">
                <a:solidFill>
                  <a:srgbClr val="7C4614"/>
                </a:solidFill>
                <a:latin typeface="Arial"/>
                <a:ea typeface="Arial"/>
                <a:cs typeface="Arial"/>
              </a:defRPr>
            </a:lvl7pPr>
            <a:lvl8pPr>
              <a:buNone/>
              <a:defRPr sz="1875" b="1">
                <a:solidFill>
                  <a:srgbClr val="7C4614"/>
                </a:solidFill>
                <a:latin typeface="Arial"/>
                <a:ea typeface="Arial"/>
                <a:cs typeface="Arial"/>
              </a:defRPr>
            </a:lvl8pPr>
            <a:lvl9pPr>
              <a:buNone/>
              <a:defRPr sz="1875" b="1">
                <a:solidFill>
                  <a:srgbClr val="7C4614"/>
                </a:solidFill>
                <a:latin typeface="Arial"/>
                <a:ea typeface="Arial"/>
                <a:cs typeface="Arial"/>
              </a:defRPr>
            </a:lvl9pPr>
          </a:lstStyle>
          <a:p xmlns:a="http://schemas.openxmlformats.org/drawingml/2006/main">
            <a:pPr>
              <a:buNone/>
              <a:defRPr sz="1650" b="1">
                <a:solidFill>
                  <a:srgbClr val="5B6470"/>
                </a:solidFill>
                <a:latin typeface="Arial"/>
                <a:ea typeface="Arial"/>
                <a:cs typeface="Arial"/>
              </a:defRPr>
            </a:pPr>
            <a:r>
              <a:rPr sz="1650" b="1">
                <a:solidFill>
                  <a:srgbClr val="5B6470"/>
                </a:solidFill>
                <a:latin typeface="Arial"/>
                <a:ea typeface="Arial"/>
                <a:cs typeface="Arial"/>
              </a:rPr>
              <a:t>Dev only. ON curves reconstructed</a:t>
            </a:r>
          </a:p>
          <a:p xmlns:a="http://schemas.openxmlformats.org/drawingml/2006/main">
            <a:pPr>
              <a:buNone/>
              <a:defRPr sz="1650" b="1">
                <a:solidFill>
                  <a:srgbClr val="5B6470"/>
                </a:solidFill>
                <a:latin typeface="Arial"/>
                <a:ea typeface="Arial"/>
                <a:cs typeface="Arial"/>
              </a:defRPr>
            </a:pPr>
            <a:r>
              <a:rPr sz="1650" b="1">
                <a:solidFill>
                  <a:srgbClr val="5B6470"/>
                </a:solidFill>
                <a:latin typeface="Arial"/>
                <a:ea typeface="Arial"/>
                <a:cs typeface="Arial"/>
              </a:rPr>
              <a:t>from frozen trajectories by M1.</a:t>
            </a:r>
          </a:p>
        </p:txBody>
      </p:sp>
      <p:graphicFrame>
        <p:nvGraphicFramePr>
          <p:cNvPr id="11" name="">
            <a:extLst xmlns:a="http://schemas.openxmlformats.org/drawingml/2006/main">
              <a:ext uri="{FF2B5EF4-FFF2-40B4-BE49-F238E27FC236}">
                <a16:creationId xmlns:a16="http://schemas.microsoft.com/office/drawing/2014/main" id="{92965255-EE03-42EF-A6EE-F44200E3B448}"/>
              </a:ext>
            </a:extLst>
          </p:cNvPr>
          <p:cNvGraphicFramePr/>
          <p:nvPr/>
        </p:nvGraphicFramePr>
        <p:xfrm>
          <a:off xmlns:a="http://schemas.openxmlformats.org/drawingml/2006/main" x="6477000" y="2047875"/>
          <a:ext xmlns:a="http://schemas.openxmlformats.org/drawingml/2006/main" cx="5105400" cy="1562100"/>
        </p:xfrm>
        <a:graphic xmlns:a="http://schemas.openxmlformats.org/drawingml/2006/main">
          <a:graphicData uri="http://schemas.openxmlformats.org/drawingml/2006/table">
            <a:tbl>
              <a:tblPr/>
              <a:tblGrid>
                <a:gridCol w="2190750"/>
                <a:gridCol w="1457325"/>
                <a:gridCol w="1457325"/>
              </a:tblGrid>
              <a:tr h="520700">
                <a:tc>
                  <a:txBody>
                    <a:bodyPr/>
                    <a:lstStyle/>
                    <a:p>
                      <a:r>
                        <a:rPr sz="1950" b="1">
                          <a:solidFill>
                            <a:srgbClr val="FFFFFF"/>
                          </a:solidFill>
                          <a:latin typeface="Arial"/>
                          <a:ea typeface="Arial"/>
                          <a:cs typeface="Arial"/>
                        </a:rPr>
                        <a:t>Metric</a:t>
                      </a:r>
                    </a:p>
                  </a:txBody>
                  <a:tcPr marL="91440" marR="91440" marT="45720" marB="45720">
                    <a:lnL w="9525">
                      <a:solidFill>
                        <a:srgbClr val="D6DEE6"/>
                      </a:solidFill>
                      <a:prstDash val="solid"/>
                    </a:lnL>
                    <a:lnR w="9525">
                      <a:solidFill>
                        <a:srgbClr val="D6DEE6"/>
                      </a:solidFill>
                      <a:prstDash val="solid"/>
                    </a:lnR>
                    <a:lnT w="9525">
                      <a:solidFill>
                        <a:srgbClr val="D6DEE6"/>
                      </a:solidFill>
                      <a:prstDash val="solid"/>
                    </a:lnT>
                    <a:lnB w="9525">
                      <a:solidFill>
                        <a:srgbClr val="D6DEE6"/>
                      </a:solidFill>
                      <a:prstDash val="solid"/>
                    </a:lnB>
                    <a:solidFill>
                      <a:srgbClr val="152A43"/>
                    </a:solidFill>
                  </a:tcPr>
                </a:tc>
                <a:tc>
                  <a:txBody>
                    <a:bodyPr/>
                    <a:lstStyle/>
                    <a:p>
                      <a:r>
                        <a:rPr sz="1950" b="1">
                          <a:solidFill>
                            <a:srgbClr val="FFFFFF"/>
                          </a:solidFill>
                          <a:latin typeface="Arial"/>
                          <a:ea typeface="Arial"/>
                          <a:cs typeface="Arial"/>
                        </a:rPr>
                        <a:t>ON</a:t>
                      </a:r>
                    </a:p>
                  </a:txBody>
                  <a:tcPr marL="91440" marR="91440" marT="45720" marB="45720">
                    <a:lnR w="9525">
                      <a:solidFill>
                        <a:srgbClr val="D6DEE6"/>
                      </a:solidFill>
                      <a:prstDash val="solid"/>
                    </a:lnR>
                    <a:lnT w="9525">
                      <a:solidFill>
                        <a:srgbClr val="D6DEE6"/>
                      </a:solidFill>
                      <a:prstDash val="solid"/>
                    </a:lnT>
                    <a:lnB w="9525">
                      <a:solidFill>
                        <a:srgbClr val="D6DEE6"/>
                      </a:solidFill>
                      <a:prstDash val="solid"/>
                    </a:lnB>
                    <a:solidFill>
                      <a:srgbClr val="152A43"/>
                    </a:solidFill>
                  </a:tcPr>
                </a:tc>
                <a:tc>
                  <a:txBody>
                    <a:bodyPr/>
                    <a:lstStyle/>
                    <a:p>
                      <a:r>
                        <a:rPr sz="1950" b="1">
                          <a:solidFill>
                            <a:srgbClr val="FFFFFF"/>
                          </a:solidFill>
                          <a:latin typeface="Arial"/>
                          <a:ea typeface="Arial"/>
                          <a:cs typeface="Arial"/>
                        </a:rPr>
                        <a:t>OFF</a:t>
                      </a:r>
                    </a:p>
                  </a:txBody>
                  <a:tcPr marL="91440" marR="91440" marT="45720" marB="45720">
                    <a:lnR w="9525">
                      <a:solidFill>
                        <a:srgbClr val="D6DEE6"/>
                      </a:solidFill>
                      <a:prstDash val="solid"/>
                    </a:lnR>
                    <a:lnT w="9525">
                      <a:solidFill>
                        <a:srgbClr val="D6DEE6"/>
                      </a:solidFill>
                      <a:prstDash val="solid"/>
                    </a:lnT>
                    <a:lnB w="9525">
                      <a:solidFill>
                        <a:srgbClr val="D6DEE6"/>
                      </a:solidFill>
                      <a:prstDash val="solid"/>
                    </a:lnB>
                    <a:solidFill>
                      <a:srgbClr val="152A43"/>
                    </a:solidFill>
                  </a:tcPr>
                </a:tc>
              </a:tr>
              <a:tr h="520700">
                <a:tc>
                  <a:txBody>
                    <a:bodyPr/>
                    <a:lstStyle/>
                    <a:p>
                      <a:r>
                        <a:rPr sz="1950" b="0">
                          <a:solidFill>
                            <a:srgbClr val="152A43"/>
                          </a:solidFill>
                          <a:latin typeface="Arial"/>
                          <a:ea typeface="Arial"/>
                          <a:cs typeface="Arial"/>
                        </a:rPr>
                        <a:t>mSUN@20</a:t>
                      </a:r>
                    </a:p>
                  </a:txBody>
                  <a:tcPr marL="91440" marR="91440" marT="45720" marB="45720">
                    <a:lnL w="9525">
                      <a:solidFill>
                        <a:srgbClr val="D6DEE6"/>
                      </a:solidFill>
                      <a:prstDash val="solid"/>
                    </a:lnL>
                    <a:lnR w="9525">
                      <a:solidFill>
                        <a:srgbClr val="D6DEE6"/>
                      </a:solidFill>
                      <a:prstDash val="solid"/>
                    </a:lnR>
                    <a:lnB w="9525">
                      <a:solidFill>
                        <a:srgbClr val="D6DEE6"/>
                      </a:solidFill>
                      <a:prstDash val="solid"/>
                    </a:lnB>
                    <a:solidFill>
                      <a:srgbClr val="FFFFFF"/>
                    </a:solidFill>
                  </a:tcPr>
                </a:tc>
                <a:tc>
                  <a:txBody>
                    <a:bodyPr/>
                    <a:lstStyle/>
                    <a:p>
                      <a:r>
                        <a:rPr sz="1950" b="0">
                          <a:solidFill>
                            <a:srgbClr val="152A43"/>
                          </a:solidFill>
                          <a:latin typeface="Arial"/>
                          <a:ea typeface="Arial"/>
                          <a:cs typeface="Arial"/>
                        </a:rPr>
                        <a:t>10.00</a:t>
                      </a:r>
                    </a:p>
                  </a:txBody>
                  <a:tcPr marL="91440" marR="91440" marT="45720" marB="45720">
                    <a:lnR w="9525">
                      <a:solidFill>
                        <a:srgbClr val="D6DEE6"/>
                      </a:solidFill>
                      <a:prstDash val="solid"/>
                    </a:lnR>
                    <a:lnB w="9525">
                      <a:solidFill>
                        <a:srgbClr val="D6DEE6"/>
                      </a:solidFill>
                      <a:prstDash val="solid"/>
                    </a:lnB>
                    <a:solidFill>
                      <a:srgbClr val="FFFFFF"/>
                    </a:solidFill>
                  </a:tcPr>
                </a:tc>
                <a:tc>
                  <a:txBody>
                    <a:bodyPr/>
                    <a:lstStyle/>
                    <a:p>
                      <a:r>
                        <a:rPr sz="1950" b="0">
                          <a:solidFill>
                            <a:srgbClr val="152A43"/>
                          </a:solidFill>
                          <a:latin typeface="Arial"/>
                          <a:ea typeface="Arial"/>
                          <a:cs typeface="Arial"/>
                        </a:rPr>
                        <a:t>9.11</a:t>
                      </a:r>
                    </a:p>
                  </a:txBody>
                  <a:tcPr marL="91440" marR="91440" marT="45720" marB="45720">
                    <a:lnR w="9525">
                      <a:solidFill>
                        <a:srgbClr val="D6DEE6"/>
                      </a:solidFill>
                      <a:prstDash val="solid"/>
                    </a:lnR>
                    <a:lnB w="9525">
                      <a:solidFill>
                        <a:srgbClr val="D6DEE6"/>
                      </a:solidFill>
                      <a:prstDash val="solid"/>
                    </a:lnB>
                    <a:solidFill>
                      <a:srgbClr val="FFFFFF"/>
                    </a:solidFill>
                  </a:tcPr>
                </a:tc>
              </a:tr>
              <a:tr h="520700">
                <a:tc>
                  <a:txBody>
                    <a:bodyPr/>
                    <a:lstStyle/>
                    <a:p>
                      <a:r>
                        <a:rPr sz="1950" b="0">
                          <a:solidFill>
                            <a:srgbClr val="152A43"/>
                          </a:solidFill>
                          <a:latin typeface="Arial"/>
                          <a:ea typeface="Arial"/>
                          <a:cs typeface="Arial"/>
                        </a:rPr>
                        <a:t>AUDC</a:t>
                      </a:r>
                    </a:p>
                  </a:txBody>
                  <a:tcPr marL="91440" marR="91440" marT="45720" marB="45720">
                    <a:lnL w="9525">
                      <a:solidFill>
                        <a:srgbClr val="D6DEE6"/>
                      </a:solidFill>
                      <a:prstDash val="solid"/>
                    </a:lnL>
                    <a:lnR w="9525">
                      <a:solidFill>
                        <a:srgbClr val="D6DEE6"/>
                      </a:solidFill>
                      <a:prstDash val="solid"/>
                    </a:lnR>
                    <a:lnB w="9525">
                      <a:solidFill>
                        <a:srgbClr val="D6DEE6"/>
                      </a:solidFill>
                      <a:prstDash val="solid"/>
                    </a:lnB>
                    <a:solidFill>
                      <a:srgbClr val="FFFFFF"/>
                    </a:solidFill>
                  </a:tcPr>
                </a:tc>
                <a:tc>
                  <a:txBody>
                    <a:bodyPr/>
                    <a:lstStyle/>
                    <a:p>
                      <a:r>
                        <a:rPr sz="1950" b="0">
                          <a:solidFill>
                            <a:srgbClr val="152A43"/>
                          </a:solidFill>
                          <a:latin typeface="Arial"/>
                          <a:ea typeface="Arial"/>
                          <a:cs typeface="Arial"/>
                        </a:rPr>
                        <a:t>88.11</a:t>
                      </a:r>
                    </a:p>
                  </a:txBody>
                  <a:tcPr marL="91440" marR="91440" marT="45720" marB="45720">
                    <a:lnR w="9525">
                      <a:solidFill>
                        <a:srgbClr val="D6DEE6"/>
                      </a:solidFill>
                      <a:prstDash val="solid"/>
                    </a:lnR>
                    <a:lnB w="9525">
                      <a:solidFill>
                        <a:srgbClr val="D6DEE6"/>
                      </a:solidFill>
                      <a:prstDash val="solid"/>
                    </a:lnB>
                    <a:solidFill>
                      <a:srgbClr val="FFFFFF"/>
                    </a:solidFill>
                  </a:tcPr>
                </a:tc>
                <a:tc>
                  <a:txBody>
                    <a:bodyPr/>
                    <a:lstStyle/>
                    <a:p>
                      <a:r>
                        <a:rPr sz="1950" b="0">
                          <a:solidFill>
                            <a:srgbClr val="152A43"/>
                          </a:solidFill>
                          <a:latin typeface="Arial"/>
                          <a:ea typeface="Arial"/>
                          <a:cs typeface="Arial"/>
                        </a:rPr>
                        <a:t>86.94</a:t>
                      </a:r>
                    </a:p>
                  </a:txBody>
                  <a:tcPr marL="91440" marR="91440" marT="45720" marB="45720">
                    <a:lnR w="9525">
                      <a:solidFill>
                        <a:srgbClr val="D6DEE6"/>
                      </a:solidFill>
                      <a:prstDash val="solid"/>
                    </a:lnR>
                    <a:lnB w="9525">
                      <a:solidFill>
                        <a:srgbClr val="D6DEE6"/>
                      </a:solidFill>
                      <a:prstDash val="solid"/>
                    </a:lnB>
                    <a:solidFill>
                      <a:srgbClr val="FFFFFF"/>
                    </a:solidFill>
                  </a:tcPr>
                </a:tc>
              </a:tr>
            </a:tbl>
          </a:graphicData>
        </a:graphic>
      </p:graphicFrame>
      <p:graphicFrame>
        <p:nvGraphicFramePr>
          <p:cNvPr id="12" name="Chart">
            <a:extLst xmlns:a="http://schemas.openxmlformats.org/drawingml/2006/main">
              <a:ext uri="{FF2B5EF4-FFF2-40B4-BE49-F238E27FC236}">
                <a16:creationId xmlns:a16="http://schemas.microsoft.com/office/drawing/2014/main" id="{0B7EB4E4-CAD2-4F4A-81B2-6D3CB40714B6}"/>
              </a:ext>
            </a:extLst>
          </p:cNvPr>
          <p:cNvGraphicFramePr/>
          <p:nvPr/>
        </p:nvGraphicFramePr>
        <p:xfrm>
          <a:off xmlns:a="http://schemas.openxmlformats.org/drawingml/2006/main" x="495300" y="1504950"/>
          <a:ext xmlns:a="http://schemas.openxmlformats.org/drawingml/2006/main" cx="5448300" cy="3924300"/>
        </p:xfrm>
        <a:graphic xmlns:a="http://schemas.openxmlformats.org/drawingml/2006/main">
          <a:graphicData uri="http://schemas.openxmlformats.org/drawingml/2006/chart">
            <c:chart xmlns:r="http://schemas.openxmlformats.org/officeDocument/2006/relationships" xmlns:c="http://schemas.openxmlformats.org/drawingml/2006/chart" r:id="R956cea626d23408f"/>
          </a:graphicData>
        </a:graphic>
      </p:graphicFrame>
    </p:spTree>
    <p:extLst>
      <p:ext uri="{BB962C8B-B14F-4D97-AF65-F5344CB8AC3E}">
        <p14:creationId xmlns:p14="http://schemas.microsoft.com/office/powerpoint/2010/main" val="936515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2026-10-26T04:47:48.8970000Z</dcterms:created>
  <dcterms:modified xsi:type="dcterms:W3CDTF">2026-10-26T04:47:48.8970000Z</dcterms:modified>
</coreProperties>
</file>