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00a58b8fbf4e21" /><Relationship Type="http://schemas.openxmlformats.org/officeDocument/2006/relationships/extended-properties" Target="/docProps/app.xml" Id="Rb0b8b8659f154e57" /><Relationship Type="http://schemas.openxmlformats.org/officeDocument/2006/relationships/officeDocument" Target="/ppt/presentation.xml" Id="R12546f0b3f41408b" /></Relationships>
</file>

<file path=ppt/presentation.xml><?xml version="1.0" encoding="utf-8"?>
<p:presentation xmlns:p="http://schemas.openxmlformats.org/presentationml/2006/main">
  <p:sldMasterIdLst>
    <p:sldMasterId xmlns:r="http://schemas.openxmlformats.org/officeDocument/2006/relationships" id="2147483648" r:id="Rafd5ec6d23ec4808"/>
  </p:sldMasterIdLst>
  <p:notesMasterIdLst>
    <p:notesMasterId xmlns:r="http://schemas.openxmlformats.org/officeDocument/2006/relationships" r:id="Rb9d03fb13f4045d0"/>
  </p:notesMasterIdLst>
  <p:sldIdLst>
    <p:sldId xmlns:r="http://schemas.openxmlformats.org/officeDocument/2006/relationships" id="256" r:id="R69351587272f4233"/>
    <p:sldId xmlns:r="http://schemas.openxmlformats.org/officeDocument/2006/relationships" id="257" r:id="R69c599fd74cc4a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cea40339b47b1" /><Relationship Type="http://schemas.openxmlformats.org/officeDocument/2006/relationships/slideMaster" Target="/ppt/slideMasters/slideMaster1.xml" Id="Rafd5ec6d23ec4808" /><Relationship Type="http://schemas.openxmlformats.org/officeDocument/2006/relationships/notesMaster" Target="/ppt/notesMasters/notesMaster1.xml" Id="Rb9d03fb13f4045d0" /><Relationship Type="http://schemas.openxmlformats.org/officeDocument/2006/relationships/presProps" Target="/ppt/presProps.xml" Id="R818d3bd2a4f849e3" /><Relationship Type="http://schemas.openxmlformats.org/officeDocument/2006/relationships/tableStyles" Target="/ppt/tableStyles.xml" Id="R3d7429f11efa48bc" /><Relationship Type="http://schemas.openxmlformats.org/officeDocument/2006/relationships/slide" Target="/ppt/slides/slide1.xml" Id="R69351587272f4233" /><Relationship Type="http://schemas.openxmlformats.org/officeDocument/2006/relationships/slide" Target="/ppt/slides/slide2.xml" Id="R69c599fd74cc4a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53cf7d2f37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b54f9e29694316" /><Relationship Type="http://schemas.openxmlformats.org/officeDocument/2006/relationships/notesMaster" Target="/ppt/notesMasters/notesMaster1.xml" Id="R3923e8b99dc148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0ea3e849b54341" /><Relationship Type="http://schemas.openxmlformats.org/officeDocument/2006/relationships/notesMaster" Target="/ppt/notesMasters/notesMaster1.xml" Id="R7ccb6d8188d545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45 seconds. M4 separates complete experiment evidence from the bounded records returned to planning. Stability labels refer to the observed phase diagram at evaluation time. The standalone core additionally supports target-composition retrieval, but M1 get_memory() supplies no target, so that mode is not active through the adapter. Current main does not enable M4. Sources: M4/EVIDENCE_SCHEMA.md; M4/src/m4_memory/m1_adapter.py; M1/PLUGIN_INTERFACE.md; course brief, section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45 seconds. This figure is the official observed phase diagram from the saved real-material workflow, not evidence of a memory benefit. Original run: M1 protocol v1, m1_baseline, dev Mg-Sn-Sr, seed 17, attempt_02. Runtime 157.193 seconds includes initialization and the first model download. 203 MP entries loaded, 194 retained, and 112 known stable/near-stable structures re-evaluated during initialization. Campaign count is 20, not total oracle workload. Source: preserved official trajectory and run_metadata.json; M4/REAL_TEST_STATUS.md. After M1/M3 activate actual memory consumption, compare against the frozen full-agent reference using M6 settings. Add official results and cases only after controlled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d55d45a6fe4d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b595facb424a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1a3ce1eff54d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e0d44cca3142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62549583a941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d58670cc9b46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0A743-93E7-4F5E-9109-BC2B070C88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A6F865-3386-4DC2-97DC-D5A55D05AD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84F412-F520-4AC6-B23E-9EDDA9CCC8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3A1009-A03C-483E-A482-F9A571281A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B9B39F-DFB2-43DE-B9BE-20BBCA2826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DEE9E8-DFF8-42BD-ADB7-6CF24A21F3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D5D19-4196-475F-A3DB-D52CC303A7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239A7-7C66-4867-98EC-97C0EF61B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432FD-1B23-40E8-B5C3-A16E3A3D2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0D1326-11C7-45D7-A001-714416B6B4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7d2b0c182c4c71" /><Relationship Type="http://schemas.openxmlformats.org/officeDocument/2006/relationships/slideLayout" Target="/ppt/slideLayouts/slideLayout1.xml" Id="Raf5e567a2e7b49bd" /><Relationship Type="http://schemas.openxmlformats.org/officeDocument/2006/relationships/slideLayout" Target="/ppt/slideLayouts/slideLayout2.xml" Id="R67f0fcd80a2144fb" /><Relationship Type="http://schemas.openxmlformats.org/officeDocument/2006/relationships/slideLayout" Target="/ppt/slideLayouts/slideLayout3.xml" Id="Rd105708640df4e06" /><Relationship Type="http://schemas.openxmlformats.org/officeDocument/2006/relationships/slideLayout" Target="/ppt/slideLayouts/slideLayout4.xml" Id="Ra4ef94775dc6472b" /><Relationship Type="http://schemas.openxmlformats.org/officeDocument/2006/relationships/slideLayout" Target="/ppt/slideLayouts/slideLayout5.xml" Id="Rdf539fb12bac4d25" /><Relationship Type="http://schemas.openxmlformats.org/officeDocument/2006/relationships/slideLayout" Target="/ppt/slideLayouts/slideLayout6.xml" Id="R6c746731a90448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5e567a2e7b49bd"/>
    <p:sldLayoutId xmlns:r="http://schemas.openxmlformats.org/officeDocument/2006/relationships" id="2147483650" r:id="R67f0fcd80a2144fb"/>
    <p:sldLayoutId xmlns:r="http://schemas.openxmlformats.org/officeDocument/2006/relationships" id="2147483651" r:id="Rd105708640df4e06"/>
    <p:sldLayoutId xmlns:r="http://schemas.openxmlformats.org/officeDocument/2006/relationships" id="2147483652" r:id="Ra4ef94775dc6472b"/>
    <p:sldLayoutId xmlns:r="http://schemas.openxmlformats.org/officeDocument/2006/relationships" id="2147483653" r:id="Rdf539fb12bac4d25"/>
    <p:sldLayoutId xmlns:r="http://schemas.openxmlformats.org/officeDocument/2006/relationships" id="2147483654" r:id="R6c746731a90448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697a2608a947a8" /><Relationship Type="http://schemas.openxmlformats.org/officeDocument/2006/relationships/notesSlide" Target="/ppt/notesSlides/notesSlide1.xml" Id="R4a6029998aec48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94a33338004292" /><Relationship Type="http://schemas.openxmlformats.org/officeDocument/2006/relationships/image" Target="/ppt/media/image.png" Id="R4034af7af0dd41a8" /><Relationship Type="http://schemas.openxmlformats.org/officeDocument/2006/relationships/notesSlide" Target="/ppt/notesSlides/notesSlide2.xml" Id="Rb5db3d4fa7b04d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9E549A-DE9E-43DA-9478-A88073312876}"/>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A43"/>
                </a:solidFill>
                <a:latin typeface="Arial"/>
                <a:ea typeface="Arial"/>
                <a:cs typeface="Arial"/>
              </a:defRPr>
            </a:defPPr>
            <a:lvl1pPr>
              <a:defRPr sz="3600" b="1">
                <a:solidFill>
                  <a:srgbClr val="152A43"/>
                </a:solidFill>
                <a:latin typeface="Arial"/>
                <a:ea typeface="Arial"/>
                <a:cs typeface="Arial"/>
              </a:defRPr>
            </a:lvl1pPr>
            <a:lvl2pPr>
              <a:defRPr sz="3600" b="1">
                <a:solidFill>
                  <a:srgbClr val="152A43"/>
                </a:solidFill>
                <a:latin typeface="Arial"/>
                <a:ea typeface="Arial"/>
                <a:cs typeface="Arial"/>
              </a:defRPr>
            </a:lvl2pPr>
            <a:lvl3pPr>
              <a:defRPr sz="3600" b="1">
                <a:solidFill>
                  <a:srgbClr val="152A43"/>
                </a:solidFill>
                <a:latin typeface="Arial"/>
                <a:ea typeface="Arial"/>
                <a:cs typeface="Arial"/>
              </a:defRPr>
            </a:lvl3pPr>
            <a:lvl4pPr>
              <a:defRPr sz="3600" b="1">
                <a:solidFill>
                  <a:srgbClr val="152A43"/>
                </a:solidFill>
                <a:latin typeface="Arial"/>
                <a:ea typeface="Arial"/>
                <a:cs typeface="Arial"/>
              </a:defRPr>
            </a:lvl4pPr>
            <a:lvl5pPr>
              <a:defRPr sz="3600" b="1">
                <a:solidFill>
                  <a:srgbClr val="152A43"/>
                </a:solidFill>
                <a:latin typeface="Arial"/>
                <a:ea typeface="Arial"/>
                <a:cs typeface="Arial"/>
              </a:defRPr>
            </a:lvl5pPr>
            <a:lvl6pPr>
              <a:defRPr sz="3600" b="1">
                <a:solidFill>
                  <a:srgbClr val="152A43"/>
                </a:solidFill>
                <a:latin typeface="Arial"/>
                <a:ea typeface="Arial"/>
                <a:cs typeface="Arial"/>
              </a:defRPr>
            </a:lvl6pPr>
            <a:lvl7pPr>
              <a:defRPr sz="3600" b="1">
                <a:solidFill>
                  <a:srgbClr val="152A43"/>
                </a:solidFill>
                <a:latin typeface="Arial"/>
                <a:ea typeface="Arial"/>
                <a:cs typeface="Arial"/>
              </a:defRPr>
            </a:lvl7pPr>
            <a:lvl8pPr>
              <a:defRPr sz="3600" b="1">
                <a:solidFill>
                  <a:srgbClr val="152A43"/>
                </a:solidFill>
                <a:latin typeface="Arial"/>
                <a:ea typeface="Arial"/>
                <a:cs typeface="Arial"/>
              </a:defRPr>
            </a:lvl8pPr>
            <a:lvl9pPr>
              <a:defRPr sz="3600" b="1">
                <a:solidFill>
                  <a:srgbClr val="152A43"/>
                </a:solidFill>
                <a:latin typeface="Arial"/>
                <a:ea typeface="Arial"/>
                <a:cs typeface="Arial"/>
              </a:defRPr>
            </a:lvl9pPr>
          </a:lstStyle>
          <a:p xmlns:a="http://schemas.openxmlformats.org/drawingml/2006/main">
            <a:pPr>
              <a:defRPr sz="3600" b="1">
                <a:solidFill>
                  <a:srgbClr val="152A43"/>
                </a:solidFill>
                <a:latin typeface="Arial"/>
                <a:ea typeface="Arial"/>
                <a:cs typeface="Arial"/>
              </a:defRPr>
            </a:pPr>
            <a:r>
              <a:rPr sz="3600" b="1">
                <a:solidFill>
                  <a:srgbClr val="152A43"/>
                </a:solidFill>
                <a:latin typeface="Arial"/>
                <a:ea typeface="Arial"/>
                <a:cs typeface="Arial"/>
              </a:rPr>
              <a:t>Memory and evidence management</a:t>
            </a:r>
          </a:p>
        </p:txBody>
      </p:sp>
      <p:sp>
        <p:nvSpPr>
          <p:cNvPr id="2" name="">
            <a:extLst xmlns:a="http://schemas.openxmlformats.org/drawingml/2006/main">
              <a:ext uri="{FF2B5EF4-FFF2-40B4-BE49-F238E27FC236}">
                <a16:creationId xmlns:a16="http://schemas.microsoft.com/office/drawing/2014/main" id="{43A6538B-147D-407F-B7E8-90BD1D17DBD1}"/>
              </a:ext>
            </a:extLst>
          </p:cNvPr>
          <p:cNvSpPr>
            <a:spLocks xmlns:a="http://schemas.openxmlformats.org/drawingml/2006/main" noGrp="1"/>
          </p:cNvSpPr>
          <p:nvPr/>
        </p:nvSpPr>
        <p:spPr>
          <a:xfrm xmlns:a="http://schemas.openxmlformats.org/drawingml/2006/main">
            <a:off x="609600" y="14763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defRPr sz="2250" b="1">
                <a:solidFill>
                  <a:srgbClr val="152A43"/>
                </a:solidFill>
                <a:latin typeface="Arial"/>
                <a:ea typeface="Arial"/>
                <a:cs typeface="Arial"/>
              </a:defRPr>
            </a:lvl1pPr>
            <a:lvl2pPr>
              <a:defRPr sz="2250" b="1">
                <a:solidFill>
                  <a:srgbClr val="152A43"/>
                </a:solidFill>
                <a:latin typeface="Arial"/>
                <a:ea typeface="Arial"/>
                <a:cs typeface="Arial"/>
              </a:defRPr>
            </a:lvl2pPr>
            <a:lvl3pPr>
              <a:defRPr sz="2250" b="1">
                <a:solidFill>
                  <a:srgbClr val="152A43"/>
                </a:solidFill>
                <a:latin typeface="Arial"/>
                <a:ea typeface="Arial"/>
                <a:cs typeface="Arial"/>
              </a:defRPr>
            </a:lvl3pPr>
            <a:lvl4pPr>
              <a:defRPr sz="2250" b="1">
                <a:solidFill>
                  <a:srgbClr val="152A43"/>
                </a:solidFill>
                <a:latin typeface="Arial"/>
                <a:ea typeface="Arial"/>
                <a:cs typeface="Arial"/>
              </a:defRPr>
            </a:lvl4pPr>
            <a:lvl5pPr>
              <a:defRPr sz="2250" b="1">
                <a:solidFill>
                  <a:srgbClr val="152A43"/>
                </a:solidFill>
                <a:latin typeface="Arial"/>
                <a:ea typeface="Arial"/>
                <a:cs typeface="Arial"/>
              </a:defRPr>
            </a:lvl5pPr>
            <a:lvl6pPr>
              <a:defRPr sz="2250" b="1">
                <a:solidFill>
                  <a:srgbClr val="152A43"/>
                </a:solidFill>
                <a:latin typeface="Arial"/>
                <a:ea typeface="Arial"/>
                <a:cs typeface="Arial"/>
              </a:defRPr>
            </a:lvl6pPr>
            <a:lvl7pPr>
              <a:defRPr sz="2250" b="1">
                <a:solidFill>
                  <a:srgbClr val="152A43"/>
                </a:solidFill>
                <a:latin typeface="Arial"/>
                <a:ea typeface="Arial"/>
                <a:cs typeface="Arial"/>
              </a:defRPr>
            </a:lvl7pPr>
            <a:lvl8pPr>
              <a:defRPr sz="2250" b="1">
                <a:solidFill>
                  <a:srgbClr val="152A43"/>
                </a:solidFill>
                <a:latin typeface="Arial"/>
                <a:ea typeface="Arial"/>
                <a:cs typeface="Arial"/>
              </a:defRPr>
            </a:lvl8pPr>
            <a:lvl9pPr>
              <a:defRPr sz="2250" b="1">
                <a:solidFill>
                  <a:srgbClr val="152A43"/>
                </a:solidFill>
                <a:latin typeface="Arial"/>
                <a:ea typeface="Arial"/>
                <a:cs typeface="Arial"/>
              </a:defRPr>
            </a:lvl9pPr>
          </a:lstStyle>
          <a:p xmlns:a="http://schemas.openxmlformats.org/drawingml/2006/main">
            <a:pPr>
              <a:defRPr sz="2250" b="1">
                <a:solidFill>
                  <a:srgbClr val="152A43"/>
                </a:solidFill>
                <a:latin typeface="Arial"/>
                <a:ea typeface="Arial"/>
                <a:cs typeface="Arial"/>
              </a:defRPr>
            </a:pPr>
            <a:r>
              <a:rPr sz="2250" b="1">
                <a:solidFill>
                  <a:srgbClr val="152A43"/>
                </a:solidFill>
                <a:latin typeface="Arial"/>
                <a:ea typeface="Arial"/>
                <a:cs typeface="Arial"/>
              </a:rPr>
              <a:t>Candidate evidence</a:t>
            </a:r>
          </a:p>
        </p:txBody>
      </p:sp>
      <p:sp>
        <p:nvSpPr>
          <p:cNvPr id="3" name="">
            <a:extLst xmlns:a="http://schemas.openxmlformats.org/drawingml/2006/main">
              <a:ext uri="{FF2B5EF4-FFF2-40B4-BE49-F238E27FC236}">
                <a16:creationId xmlns:a16="http://schemas.microsoft.com/office/drawing/2014/main" id="{37317543-107F-4689-8F16-09BD68099B36}"/>
              </a:ext>
            </a:extLst>
          </p:cNvPr>
          <p:cNvSpPr>
            <a:spLocks xmlns:a="http://schemas.openxmlformats.org/drawingml/2006/main" noGrp="1"/>
          </p:cNvSpPr>
          <p:nvPr/>
        </p:nvSpPr>
        <p:spPr>
          <a:xfrm xmlns:a="http://schemas.openxmlformats.org/drawingml/2006/main">
            <a:off x="609600" y="2076450"/>
            <a:ext cx="5238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A43"/>
                </a:solidFill>
                <a:latin typeface="Arial"/>
                <a:ea typeface="Arial"/>
                <a:cs typeface="Arial"/>
              </a:defRPr>
            </a:defPPr>
            <a:lvl1pPr>
              <a:defRPr sz="2100" b="0">
                <a:solidFill>
                  <a:srgbClr val="152A43"/>
                </a:solidFill>
                <a:latin typeface="Arial"/>
                <a:ea typeface="Arial"/>
                <a:cs typeface="Arial"/>
              </a:defRPr>
            </a:lvl1pPr>
            <a:lvl2pPr>
              <a:defRPr sz="2100" b="0">
                <a:solidFill>
                  <a:srgbClr val="152A43"/>
                </a:solidFill>
                <a:latin typeface="Arial"/>
                <a:ea typeface="Arial"/>
                <a:cs typeface="Arial"/>
              </a:defRPr>
            </a:lvl2pPr>
            <a:lvl3pPr>
              <a:defRPr sz="2100" b="0">
                <a:solidFill>
                  <a:srgbClr val="152A43"/>
                </a:solidFill>
                <a:latin typeface="Arial"/>
                <a:ea typeface="Arial"/>
                <a:cs typeface="Arial"/>
              </a:defRPr>
            </a:lvl3pPr>
            <a:lvl4pPr>
              <a:defRPr sz="2100" b="0">
                <a:solidFill>
                  <a:srgbClr val="152A43"/>
                </a:solidFill>
                <a:latin typeface="Arial"/>
                <a:ea typeface="Arial"/>
                <a:cs typeface="Arial"/>
              </a:defRPr>
            </a:lvl4pPr>
            <a:lvl5pPr>
              <a:defRPr sz="2100" b="0">
                <a:solidFill>
                  <a:srgbClr val="152A43"/>
                </a:solidFill>
                <a:latin typeface="Arial"/>
                <a:ea typeface="Arial"/>
                <a:cs typeface="Arial"/>
              </a:defRPr>
            </a:lvl5pPr>
            <a:lvl6pPr>
              <a:defRPr sz="2100" b="0">
                <a:solidFill>
                  <a:srgbClr val="152A43"/>
                </a:solidFill>
                <a:latin typeface="Arial"/>
                <a:ea typeface="Arial"/>
                <a:cs typeface="Arial"/>
              </a:defRPr>
            </a:lvl6pPr>
            <a:lvl7pPr>
              <a:defRPr sz="2100" b="0">
                <a:solidFill>
                  <a:srgbClr val="152A43"/>
                </a:solidFill>
                <a:latin typeface="Arial"/>
                <a:ea typeface="Arial"/>
                <a:cs typeface="Arial"/>
              </a:defRPr>
            </a:lvl7pPr>
            <a:lvl8pPr>
              <a:defRPr sz="2100" b="0">
                <a:solidFill>
                  <a:srgbClr val="152A43"/>
                </a:solidFill>
                <a:latin typeface="Arial"/>
                <a:ea typeface="Arial"/>
                <a:cs typeface="Arial"/>
              </a:defRPr>
            </a:lvl8pPr>
            <a:lvl9pPr>
              <a:defRPr sz="2100" b="0">
                <a:solidFill>
                  <a:srgbClr val="152A43"/>
                </a:solidFill>
                <a:latin typeface="Arial"/>
                <a:ea typeface="Arial"/>
                <a:cs typeface="Arial"/>
              </a:defRPr>
            </a:lvl9pPr>
          </a:lstStyle>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Run and query identity</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Chemical system and candidate composition</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Energy and observed stability</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A separate record for every structure attempt</a:t>
            </a:r>
          </a:p>
        </p:txBody>
      </p:sp>
      <p:sp>
        <p:nvSpPr>
          <p:cNvPr id="4" name="">
            <a:extLst xmlns:a="http://schemas.openxmlformats.org/drawingml/2006/main">
              <a:ext uri="{FF2B5EF4-FFF2-40B4-BE49-F238E27FC236}">
                <a16:creationId xmlns:a16="http://schemas.microsoft.com/office/drawing/2014/main" id="{C8D3A7E2-CBD4-4D3E-BE57-DE93805BB1E6}"/>
              </a:ext>
            </a:extLst>
          </p:cNvPr>
          <p:cNvSpPr>
            <a:spLocks xmlns:a="http://schemas.openxmlformats.org/drawingml/2006/main" noGrp="1"/>
          </p:cNvSpPr>
          <p:nvPr/>
        </p:nvSpPr>
        <p:spPr>
          <a:xfrm xmlns:a="http://schemas.openxmlformats.org/drawingml/2006/main">
            <a:off x="6705600" y="1476375"/>
            <a:ext cx="4876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defRPr sz="2250" b="1">
                <a:solidFill>
                  <a:srgbClr val="152A43"/>
                </a:solidFill>
                <a:latin typeface="Arial"/>
                <a:ea typeface="Arial"/>
                <a:cs typeface="Arial"/>
              </a:defRPr>
            </a:lvl1pPr>
            <a:lvl2pPr>
              <a:defRPr sz="2250" b="1">
                <a:solidFill>
                  <a:srgbClr val="152A43"/>
                </a:solidFill>
                <a:latin typeface="Arial"/>
                <a:ea typeface="Arial"/>
                <a:cs typeface="Arial"/>
              </a:defRPr>
            </a:lvl2pPr>
            <a:lvl3pPr>
              <a:defRPr sz="2250" b="1">
                <a:solidFill>
                  <a:srgbClr val="152A43"/>
                </a:solidFill>
                <a:latin typeface="Arial"/>
                <a:ea typeface="Arial"/>
                <a:cs typeface="Arial"/>
              </a:defRPr>
            </a:lvl3pPr>
            <a:lvl4pPr>
              <a:defRPr sz="2250" b="1">
                <a:solidFill>
                  <a:srgbClr val="152A43"/>
                </a:solidFill>
                <a:latin typeface="Arial"/>
                <a:ea typeface="Arial"/>
                <a:cs typeface="Arial"/>
              </a:defRPr>
            </a:lvl4pPr>
            <a:lvl5pPr>
              <a:defRPr sz="2250" b="1">
                <a:solidFill>
                  <a:srgbClr val="152A43"/>
                </a:solidFill>
                <a:latin typeface="Arial"/>
                <a:ea typeface="Arial"/>
                <a:cs typeface="Arial"/>
              </a:defRPr>
            </a:lvl5pPr>
            <a:lvl6pPr>
              <a:defRPr sz="2250" b="1">
                <a:solidFill>
                  <a:srgbClr val="152A43"/>
                </a:solidFill>
                <a:latin typeface="Arial"/>
                <a:ea typeface="Arial"/>
                <a:cs typeface="Arial"/>
              </a:defRPr>
            </a:lvl6pPr>
            <a:lvl7pPr>
              <a:defRPr sz="2250" b="1">
                <a:solidFill>
                  <a:srgbClr val="152A43"/>
                </a:solidFill>
                <a:latin typeface="Arial"/>
                <a:ea typeface="Arial"/>
                <a:cs typeface="Arial"/>
              </a:defRPr>
            </a:lvl7pPr>
            <a:lvl8pPr>
              <a:defRPr sz="2250" b="1">
                <a:solidFill>
                  <a:srgbClr val="152A43"/>
                </a:solidFill>
                <a:latin typeface="Arial"/>
                <a:ea typeface="Arial"/>
                <a:cs typeface="Arial"/>
              </a:defRPr>
            </a:lvl8pPr>
            <a:lvl9pPr>
              <a:defRPr sz="2250" b="1">
                <a:solidFill>
                  <a:srgbClr val="152A43"/>
                </a:solidFill>
                <a:latin typeface="Arial"/>
                <a:ea typeface="Arial"/>
                <a:cs typeface="Arial"/>
              </a:defRPr>
            </a:lvl9pPr>
          </a:lstStyle>
          <a:p xmlns:a="http://schemas.openxmlformats.org/drawingml/2006/main">
            <a:pPr>
              <a:defRPr sz="2250" b="1">
                <a:solidFill>
                  <a:srgbClr val="152A43"/>
                </a:solidFill>
                <a:latin typeface="Arial"/>
                <a:ea typeface="Arial"/>
                <a:cs typeface="Arial"/>
              </a:defRPr>
            </a:pPr>
            <a:r>
              <a:rPr sz="2250" b="1">
                <a:solidFill>
                  <a:srgbClr val="152A43"/>
                </a:solidFill>
                <a:latin typeface="Arial"/>
                <a:ea typeface="Arial"/>
                <a:cs typeface="Arial"/>
              </a:rPr>
              <a:t>Bounded memory for the Planner</a:t>
            </a:r>
          </a:p>
        </p:txBody>
      </p:sp>
      <p:sp>
        <p:nvSpPr>
          <p:cNvPr id="5" name="">
            <a:extLst xmlns:a="http://schemas.openxmlformats.org/drawingml/2006/main">
              <a:ext uri="{FF2B5EF4-FFF2-40B4-BE49-F238E27FC236}">
                <a16:creationId xmlns:a16="http://schemas.microsoft.com/office/drawing/2014/main" id="{7D2B3E82-8F0E-4B0C-9B36-7191D6B834A1}"/>
              </a:ext>
            </a:extLst>
          </p:cNvPr>
          <p:cNvSpPr>
            <a:spLocks xmlns:a="http://schemas.openxmlformats.org/drawingml/2006/main" noGrp="1"/>
          </p:cNvSpPr>
          <p:nvPr/>
        </p:nvSpPr>
        <p:spPr>
          <a:xfrm xmlns:a="http://schemas.openxmlformats.org/drawingml/2006/main">
            <a:off x="6705600" y="207645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A43"/>
                </a:solidFill>
                <a:latin typeface="Arial"/>
                <a:ea typeface="Arial"/>
                <a:cs typeface="Arial"/>
              </a:defRPr>
            </a:defPPr>
            <a:lvl1pPr>
              <a:defRPr sz="2100" b="0">
                <a:solidFill>
                  <a:srgbClr val="152A43"/>
                </a:solidFill>
                <a:latin typeface="Arial"/>
                <a:ea typeface="Arial"/>
                <a:cs typeface="Arial"/>
              </a:defRPr>
            </a:lvl1pPr>
            <a:lvl2pPr>
              <a:defRPr sz="2100" b="0">
                <a:solidFill>
                  <a:srgbClr val="152A43"/>
                </a:solidFill>
                <a:latin typeface="Arial"/>
                <a:ea typeface="Arial"/>
                <a:cs typeface="Arial"/>
              </a:defRPr>
            </a:lvl2pPr>
            <a:lvl3pPr>
              <a:defRPr sz="2100" b="0">
                <a:solidFill>
                  <a:srgbClr val="152A43"/>
                </a:solidFill>
                <a:latin typeface="Arial"/>
                <a:ea typeface="Arial"/>
                <a:cs typeface="Arial"/>
              </a:defRPr>
            </a:lvl3pPr>
            <a:lvl4pPr>
              <a:defRPr sz="2100" b="0">
                <a:solidFill>
                  <a:srgbClr val="152A43"/>
                </a:solidFill>
                <a:latin typeface="Arial"/>
                <a:ea typeface="Arial"/>
                <a:cs typeface="Arial"/>
              </a:defRPr>
            </a:lvl4pPr>
            <a:lvl5pPr>
              <a:defRPr sz="2100" b="0">
                <a:solidFill>
                  <a:srgbClr val="152A43"/>
                </a:solidFill>
                <a:latin typeface="Arial"/>
                <a:ea typeface="Arial"/>
                <a:cs typeface="Arial"/>
              </a:defRPr>
            </a:lvl5pPr>
            <a:lvl6pPr>
              <a:defRPr sz="2100" b="0">
                <a:solidFill>
                  <a:srgbClr val="152A43"/>
                </a:solidFill>
                <a:latin typeface="Arial"/>
                <a:ea typeface="Arial"/>
                <a:cs typeface="Arial"/>
              </a:defRPr>
            </a:lvl6pPr>
            <a:lvl7pPr>
              <a:defRPr sz="2100" b="0">
                <a:solidFill>
                  <a:srgbClr val="152A43"/>
                </a:solidFill>
                <a:latin typeface="Arial"/>
                <a:ea typeface="Arial"/>
                <a:cs typeface="Arial"/>
              </a:defRPr>
            </a:lvl7pPr>
            <a:lvl8pPr>
              <a:defRPr sz="2100" b="0">
                <a:solidFill>
                  <a:srgbClr val="152A43"/>
                </a:solidFill>
                <a:latin typeface="Arial"/>
                <a:ea typeface="Arial"/>
                <a:cs typeface="Arial"/>
              </a:defRPr>
            </a:lvl8pPr>
            <a:lvl9pPr>
              <a:defRPr sz="2100" b="0">
                <a:solidFill>
                  <a:srgbClr val="152A43"/>
                </a:solidFill>
                <a:latin typeface="Arial"/>
                <a:ea typeface="Arial"/>
                <a:cs typeface="Arial"/>
              </a:defRPr>
            </a:lvl9pPr>
          </a:lstStyle>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Recent observations with contrasting outcomes</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Up to 8 records and 4,000 JSON characters</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Episode isolation and checkpoint recovery</a:t>
            </a:r>
          </a:p>
        </p:txBody>
      </p:sp>
      <p:sp>
        <p:nvSpPr>
          <p:cNvPr id="6" name="">
            <a:extLst xmlns:a="http://schemas.openxmlformats.org/drawingml/2006/main">
              <a:ext uri="{FF2B5EF4-FFF2-40B4-BE49-F238E27FC236}">
                <a16:creationId xmlns:a16="http://schemas.microsoft.com/office/drawing/2014/main" id="{C51FF765-F577-4885-AD08-564721DBE292}"/>
              </a:ext>
            </a:extLst>
          </p:cNvPr>
          <p:cNvSpPr>
            <a:spLocks xmlns:a="http://schemas.openxmlformats.org/drawingml/2006/main" noGrp="1"/>
          </p:cNvSpPr>
          <p:nvPr/>
        </p:nvSpPr>
        <p:spPr>
          <a:xfrm xmlns:a="http://schemas.openxmlformats.org/drawingml/2006/main">
            <a:off x="609600" y="4448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defRPr sz="2250" b="1">
                <a:solidFill>
                  <a:srgbClr val="152A43"/>
                </a:solidFill>
                <a:latin typeface="Arial"/>
                <a:ea typeface="Arial"/>
                <a:cs typeface="Arial"/>
              </a:defRPr>
            </a:lvl1pPr>
            <a:lvl2pPr>
              <a:defRPr sz="2250" b="1">
                <a:solidFill>
                  <a:srgbClr val="152A43"/>
                </a:solidFill>
                <a:latin typeface="Arial"/>
                <a:ea typeface="Arial"/>
                <a:cs typeface="Arial"/>
              </a:defRPr>
            </a:lvl2pPr>
            <a:lvl3pPr>
              <a:defRPr sz="2250" b="1">
                <a:solidFill>
                  <a:srgbClr val="152A43"/>
                </a:solidFill>
                <a:latin typeface="Arial"/>
                <a:ea typeface="Arial"/>
                <a:cs typeface="Arial"/>
              </a:defRPr>
            </a:lvl3pPr>
            <a:lvl4pPr>
              <a:defRPr sz="2250" b="1">
                <a:solidFill>
                  <a:srgbClr val="152A43"/>
                </a:solidFill>
                <a:latin typeface="Arial"/>
                <a:ea typeface="Arial"/>
                <a:cs typeface="Arial"/>
              </a:defRPr>
            </a:lvl4pPr>
            <a:lvl5pPr>
              <a:defRPr sz="2250" b="1">
                <a:solidFill>
                  <a:srgbClr val="152A43"/>
                </a:solidFill>
                <a:latin typeface="Arial"/>
                <a:ea typeface="Arial"/>
                <a:cs typeface="Arial"/>
              </a:defRPr>
            </a:lvl5pPr>
            <a:lvl6pPr>
              <a:defRPr sz="2250" b="1">
                <a:solidFill>
                  <a:srgbClr val="152A43"/>
                </a:solidFill>
                <a:latin typeface="Arial"/>
                <a:ea typeface="Arial"/>
                <a:cs typeface="Arial"/>
              </a:defRPr>
            </a:lvl6pPr>
            <a:lvl7pPr>
              <a:defRPr sz="2250" b="1">
                <a:solidFill>
                  <a:srgbClr val="152A43"/>
                </a:solidFill>
                <a:latin typeface="Arial"/>
                <a:ea typeface="Arial"/>
                <a:cs typeface="Arial"/>
              </a:defRPr>
            </a:lvl7pPr>
            <a:lvl8pPr>
              <a:defRPr sz="2250" b="1">
                <a:solidFill>
                  <a:srgbClr val="152A43"/>
                </a:solidFill>
                <a:latin typeface="Arial"/>
                <a:ea typeface="Arial"/>
                <a:cs typeface="Arial"/>
              </a:defRPr>
            </a:lvl8pPr>
            <a:lvl9pPr>
              <a:defRPr sz="2250" b="1">
                <a:solidFill>
                  <a:srgbClr val="152A43"/>
                </a:solidFill>
                <a:latin typeface="Arial"/>
                <a:ea typeface="Arial"/>
                <a:cs typeface="Arial"/>
              </a:defRPr>
            </a:lvl9pPr>
          </a:lstStyle>
          <a:p xmlns:a="http://schemas.openxmlformats.org/drawingml/2006/main">
            <a:pPr>
              <a:defRPr sz="2250" b="1">
                <a:solidFill>
                  <a:srgbClr val="152A43"/>
                </a:solidFill>
                <a:latin typeface="Arial"/>
                <a:ea typeface="Arial"/>
                <a:cs typeface="Arial"/>
              </a:defRPr>
            </a:pPr>
            <a:r>
              <a:rPr sz="2250" b="1">
                <a:solidFill>
                  <a:srgbClr val="152A43"/>
                </a:solidFill>
                <a:latin typeface="Arial"/>
                <a:ea typeface="Arial"/>
                <a:cs typeface="Arial"/>
              </a:rPr>
              <a:t>Complete evidence in both ON and OFF runs</a:t>
            </a:r>
          </a:p>
        </p:txBody>
      </p:sp>
      <p:sp>
        <p:nvSpPr>
          <p:cNvPr id="7" name="">
            <a:extLst xmlns:a="http://schemas.openxmlformats.org/drawingml/2006/main">
              <a:ext uri="{FF2B5EF4-FFF2-40B4-BE49-F238E27FC236}">
                <a16:creationId xmlns:a16="http://schemas.microsoft.com/office/drawing/2014/main" id="{C4E7397A-28F8-4169-B645-7C1824C00148}"/>
              </a:ext>
            </a:extLst>
          </p:cNvPr>
          <p:cNvSpPr>
            <a:spLocks xmlns:a="http://schemas.openxmlformats.org/drawingml/2006/main" noGrp="1"/>
          </p:cNvSpPr>
          <p:nvPr/>
        </p:nvSpPr>
        <p:spPr>
          <a:xfrm xmlns:a="http://schemas.openxmlformats.org/drawingml/2006/main">
            <a:off x="609600" y="50006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A43"/>
                </a:solidFill>
                <a:latin typeface="Arial"/>
                <a:ea typeface="Arial"/>
                <a:cs typeface="Arial"/>
              </a:defRPr>
            </a:defPPr>
            <a:lvl1pPr>
              <a:defRPr sz="2100" b="0">
                <a:solidFill>
                  <a:srgbClr val="152A43"/>
                </a:solidFill>
                <a:latin typeface="Arial"/>
                <a:ea typeface="Arial"/>
                <a:cs typeface="Arial"/>
              </a:defRPr>
            </a:lvl1pPr>
            <a:lvl2pPr>
              <a:defRPr sz="2100" b="0">
                <a:solidFill>
                  <a:srgbClr val="152A43"/>
                </a:solidFill>
                <a:latin typeface="Arial"/>
                <a:ea typeface="Arial"/>
                <a:cs typeface="Arial"/>
              </a:defRPr>
            </a:lvl2pPr>
            <a:lvl3pPr>
              <a:defRPr sz="2100" b="0">
                <a:solidFill>
                  <a:srgbClr val="152A43"/>
                </a:solidFill>
                <a:latin typeface="Arial"/>
                <a:ea typeface="Arial"/>
                <a:cs typeface="Arial"/>
              </a:defRPr>
            </a:lvl3pPr>
            <a:lvl4pPr>
              <a:defRPr sz="2100" b="0">
                <a:solidFill>
                  <a:srgbClr val="152A43"/>
                </a:solidFill>
                <a:latin typeface="Arial"/>
                <a:ea typeface="Arial"/>
                <a:cs typeface="Arial"/>
              </a:defRPr>
            </a:lvl4pPr>
            <a:lvl5pPr>
              <a:defRPr sz="2100" b="0">
                <a:solidFill>
                  <a:srgbClr val="152A43"/>
                </a:solidFill>
                <a:latin typeface="Arial"/>
                <a:ea typeface="Arial"/>
                <a:cs typeface="Arial"/>
              </a:defRPr>
            </a:lvl5pPr>
            <a:lvl6pPr>
              <a:defRPr sz="2100" b="0">
                <a:solidFill>
                  <a:srgbClr val="152A43"/>
                </a:solidFill>
                <a:latin typeface="Arial"/>
                <a:ea typeface="Arial"/>
                <a:cs typeface="Arial"/>
              </a:defRPr>
            </a:lvl6pPr>
            <a:lvl7pPr>
              <a:defRPr sz="2100" b="0">
                <a:solidFill>
                  <a:srgbClr val="152A43"/>
                </a:solidFill>
                <a:latin typeface="Arial"/>
                <a:ea typeface="Arial"/>
                <a:cs typeface="Arial"/>
              </a:defRPr>
            </a:lvl7pPr>
            <a:lvl8pPr>
              <a:defRPr sz="2100" b="0">
                <a:solidFill>
                  <a:srgbClr val="152A43"/>
                </a:solidFill>
                <a:latin typeface="Arial"/>
                <a:ea typeface="Arial"/>
                <a:cs typeface="Arial"/>
              </a:defRPr>
            </a:lvl8pPr>
            <a:lvl9pPr>
              <a:defRPr sz="2100" b="0">
                <a:solidFill>
                  <a:srgbClr val="152A43"/>
                </a:solidFill>
                <a:latin typeface="Arial"/>
                <a:ea typeface="Arial"/>
                <a:cs typeface="Arial"/>
              </a:defRPr>
            </a:lvl9pPr>
          </a:lstStyle>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Export the official trajectory, including the final evaluation.</a:t>
            </a:r>
          </a:p>
          <a:p xmlns:a="http://schemas.openxmlformats.org/drawingml/2006/main">
            <a:pPr>
              <a:defRPr sz="2100" b="0">
                <a:solidFill>
                  <a:srgbClr val="152A43"/>
                </a:solidFill>
                <a:latin typeface="Arial"/>
                <a:ea typeface="Arial"/>
                <a:cs typeface="Arial"/>
              </a:defRPr>
            </a:pPr>
            <a:r>
              <a:rPr sz="2100" b="0">
                <a:solidFill>
                  <a:srgbClr val="152A43"/>
                </a:solidFill>
                <a:latin typeface="Arial"/>
                <a:ea typeface="Arial"/>
                <a:cs typeface="Arial"/>
              </a:rPr>
              <a:t>Online logs support diagnostics and do not replace the complete trajectory.</a:t>
            </a:r>
          </a:p>
        </p:txBody>
      </p:sp>
      <p:sp>
        <p:nvSpPr>
          <p:cNvPr id="8" name="">
            <a:extLst xmlns:a="http://schemas.openxmlformats.org/drawingml/2006/main">
              <a:ext uri="{FF2B5EF4-FFF2-40B4-BE49-F238E27FC236}">
                <a16:creationId xmlns:a16="http://schemas.microsoft.com/office/drawing/2014/main" id="{3E362FA6-98F8-45BE-9982-B90523306528}"/>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470"/>
                </a:solidFill>
                <a:latin typeface="Arial"/>
                <a:ea typeface="Arial"/>
                <a:cs typeface="Arial"/>
              </a:defRPr>
            </a:defPPr>
            <a:lvl1pPr>
              <a:defRPr sz="1725" b="0">
                <a:solidFill>
                  <a:srgbClr val="5B6470"/>
                </a:solidFill>
                <a:latin typeface="Arial"/>
                <a:ea typeface="Arial"/>
                <a:cs typeface="Arial"/>
              </a:defRPr>
            </a:lvl1pPr>
            <a:lvl2pPr>
              <a:defRPr sz="1725" b="0">
                <a:solidFill>
                  <a:srgbClr val="5B6470"/>
                </a:solidFill>
                <a:latin typeface="Arial"/>
                <a:ea typeface="Arial"/>
                <a:cs typeface="Arial"/>
              </a:defRPr>
            </a:lvl2pPr>
            <a:lvl3pPr>
              <a:defRPr sz="1725" b="0">
                <a:solidFill>
                  <a:srgbClr val="5B6470"/>
                </a:solidFill>
                <a:latin typeface="Arial"/>
                <a:ea typeface="Arial"/>
                <a:cs typeface="Arial"/>
              </a:defRPr>
            </a:lvl3pPr>
            <a:lvl4pPr>
              <a:defRPr sz="1725" b="0">
                <a:solidFill>
                  <a:srgbClr val="5B6470"/>
                </a:solidFill>
                <a:latin typeface="Arial"/>
                <a:ea typeface="Arial"/>
                <a:cs typeface="Arial"/>
              </a:defRPr>
            </a:lvl4pPr>
            <a:lvl5pPr>
              <a:defRPr sz="1725" b="0">
                <a:solidFill>
                  <a:srgbClr val="5B6470"/>
                </a:solidFill>
                <a:latin typeface="Arial"/>
                <a:ea typeface="Arial"/>
                <a:cs typeface="Arial"/>
              </a:defRPr>
            </a:lvl5pPr>
            <a:lvl6pPr>
              <a:defRPr sz="1725" b="0">
                <a:solidFill>
                  <a:srgbClr val="5B6470"/>
                </a:solidFill>
                <a:latin typeface="Arial"/>
                <a:ea typeface="Arial"/>
                <a:cs typeface="Arial"/>
              </a:defRPr>
            </a:lvl6pPr>
            <a:lvl7pPr>
              <a:defRPr sz="1725" b="0">
                <a:solidFill>
                  <a:srgbClr val="5B6470"/>
                </a:solidFill>
                <a:latin typeface="Arial"/>
                <a:ea typeface="Arial"/>
                <a:cs typeface="Arial"/>
              </a:defRPr>
            </a:lvl7pPr>
            <a:lvl8pPr>
              <a:defRPr sz="1725" b="0">
                <a:solidFill>
                  <a:srgbClr val="5B6470"/>
                </a:solidFill>
                <a:latin typeface="Arial"/>
                <a:ea typeface="Arial"/>
                <a:cs typeface="Arial"/>
              </a:defRPr>
            </a:lvl8pPr>
            <a:lvl9pPr>
              <a:defRPr sz="1725" b="0">
                <a:solidFill>
                  <a:srgbClr val="5B6470"/>
                </a:solidFill>
                <a:latin typeface="Arial"/>
                <a:ea typeface="Arial"/>
                <a:cs typeface="Arial"/>
              </a:defRPr>
            </a:lvl9pPr>
          </a:lstStyle>
          <a:p xmlns:a="http://schemas.openxmlformats.org/drawingml/2006/main">
            <a:pPr>
              <a:defRPr sz="1725" b="0">
                <a:solidFill>
                  <a:srgbClr val="5B6470"/>
                </a:solidFill>
                <a:latin typeface="Arial"/>
                <a:ea typeface="Arial"/>
                <a:cs typeface="Arial"/>
              </a:defRPr>
            </a:pPr>
            <a:r>
              <a:rPr sz="1725" b="0">
                <a:solidFill>
                  <a:srgbClr val="5B6470"/>
                </a:solidFill>
                <a:latin typeface="Arial"/>
                <a:ea typeface="Arial"/>
                <a:cs typeface="Arial"/>
              </a:rPr>
              <a:t>M4 interface is available. Planner consumption remains pending.</a:t>
            </a:r>
          </a:p>
        </p:txBody>
      </p:sp>
    </p:spTree>
    <p:extLst>
      <p:ext uri="{BB962C8B-B14F-4D97-AF65-F5344CB8AC3E}">
        <p14:creationId xmlns:p14="http://schemas.microsoft.com/office/powerpoint/2010/main" val="11863955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9DE5ED-8F4B-49D4-8B6E-7E9AD88D0DFF}"/>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A43"/>
                </a:solidFill>
                <a:latin typeface="Arial"/>
                <a:ea typeface="Arial"/>
                <a:cs typeface="Arial"/>
              </a:defRPr>
            </a:defPPr>
            <a:lvl1pPr>
              <a:defRPr sz="3600" b="1">
                <a:solidFill>
                  <a:srgbClr val="152A43"/>
                </a:solidFill>
                <a:latin typeface="Arial"/>
                <a:ea typeface="Arial"/>
                <a:cs typeface="Arial"/>
              </a:defRPr>
            </a:lvl1pPr>
            <a:lvl2pPr>
              <a:defRPr sz="3600" b="1">
                <a:solidFill>
                  <a:srgbClr val="152A43"/>
                </a:solidFill>
                <a:latin typeface="Arial"/>
                <a:ea typeface="Arial"/>
                <a:cs typeface="Arial"/>
              </a:defRPr>
            </a:lvl2pPr>
            <a:lvl3pPr>
              <a:defRPr sz="3600" b="1">
                <a:solidFill>
                  <a:srgbClr val="152A43"/>
                </a:solidFill>
                <a:latin typeface="Arial"/>
                <a:ea typeface="Arial"/>
                <a:cs typeface="Arial"/>
              </a:defRPr>
            </a:lvl3pPr>
            <a:lvl4pPr>
              <a:defRPr sz="3600" b="1">
                <a:solidFill>
                  <a:srgbClr val="152A43"/>
                </a:solidFill>
                <a:latin typeface="Arial"/>
                <a:ea typeface="Arial"/>
                <a:cs typeface="Arial"/>
              </a:defRPr>
            </a:lvl4pPr>
            <a:lvl5pPr>
              <a:defRPr sz="3600" b="1">
                <a:solidFill>
                  <a:srgbClr val="152A43"/>
                </a:solidFill>
                <a:latin typeface="Arial"/>
                <a:ea typeface="Arial"/>
                <a:cs typeface="Arial"/>
              </a:defRPr>
            </a:lvl5pPr>
            <a:lvl6pPr>
              <a:defRPr sz="3600" b="1">
                <a:solidFill>
                  <a:srgbClr val="152A43"/>
                </a:solidFill>
                <a:latin typeface="Arial"/>
                <a:ea typeface="Arial"/>
                <a:cs typeface="Arial"/>
              </a:defRPr>
            </a:lvl6pPr>
            <a:lvl7pPr>
              <a:defRPr sz="3600" b="1">
                <a:solidFill>
                  <a:srgbClr val="152A43"/>
                </a:solidFill>
                <a:latin typeface="Arial"/>
                <a:ea typeface="Arial"/>
                <a:cs typeface="Arial"/>
              </a:defRPr>
            </a:lvl7pPr>
            <a:lvl8pPr>
              <a:defRPr sz="3600" b="1">
                <a:solidFill>
                  <a:srgbClr val="152A43"/>
                </a:solidFill>
                <a:latin typeface="Arial"/>
                <a:ea typeface="Arial"/>
                <a:cs typeface="Arial"/>
              </a:defRPr>
            </a:lvl8pPr>
            <a:lvl9pPr>
              <a:defRPr sz="3600" b="1">
                <a:solidFill>
                  <a:srgbClr val="152A43"/>
                </a:solidFill>
                <a:latin typeface="Arial"/>
                <a:ea typeface="Arial"/>
                <a:cs typeface="Arial"/>
              </a:defRPr>
            </a:lvl9pPr>
          </a:lstStyle>
          <a:p xmlns:a="http://schemas.openxmlformats.org/drawingml/2006/main">
            <a:pPr>
              <a:defRPr sz="3600" b="1">
                <a:solidFill>
                  <a:srgbClr val="152A43"/>
                </a:solidFill>
                <a:latin typeface="Arial"/>
                <a:ea typeface="Arial"/>
                <a:cs typeface="Arial"/>
              </a:defRPr>
            </a:pPr>
            <a:r>
              <a:rPr sz="3600" b="1">
                <a:solidFill>
                  <a:srgbClr val="152A43"/>
                </a:solidFill>
                <a:latin typeface="Arial"/>
                <a:ea typeface="Arial"/>
                <a:cs typeface="Arial"/>
              </a:rPr>
              <a:t>Workflow validation and planned ablation</a:t>
            </a:r>
          </a:p>
        </p:txBody>
      </p:sp>
      <p:pic>
        <p:nvPicPr>
          <p:cNvPr id="2" name="">
            <a:extLst xmlns:a="http://schemas.openxmlformats.org/drawingml/2006/main">
              <a:ext uri="{FF2B5EF4-FFF2-40B4-BE49-F238E27FC236}">
                <a16:creationId xmlns:a16="http://schemas.microsoft.com/office/drawing/2014/main" id="{05778845-1CB3-4243-8022-47A9B173FC3A}"/>
              </a:ext>
            </a:extLst>
          </p:cNvPr>
          <p:cNvPicPr>
            <a:picLocks xmlns:a="http://schemas.openxmlformats.org/drawingml/2006/main" noChangeAspect="1"/>
          </p:cNvPicPr>
          <p:nvPr/>
        </p:nvPicPr>
        <p:blipFill>
          <a:blip xmlns:r="http://schemas.openxmlformats.org/officeDocument/2006/relationships" xmlns:a="http://schemas.openxmlformats.org/drawingml/2006/main" r:embed="R4034af7af0dd41a8"/>
          <a:stretch xmlns:a="http://schemas.openxmlformats.org/drawingml/2006/main"/>
        </p:blipFill>
        <p:spPr>
          <a:xfrm xmlns:a="http://schemas.openxmlformats.org/drawingml/2006/main">
            <a:off x="428625" y="1563461"/>
            <a:ext cx="5276850" cy="376917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D5712AA-BE3B-417C-ABC0-F83BB3CDFACE}"/>
              </a:ext>
            </a:extLst>
          </p:cNvPr>
          <p:cNvSpPr>
            <a:spLocks xmlns:a="http://schemas.openxmlformats.org/drawingml/2006/main" noGrp="1"/>
          </p:cNvSpPr>
          <p:nvPr/>
        </p:nvSpPr>
        <p:spPr>
          <a:xfrm xmlns:a="http://schemas.openxmlformats.org/drawingml/2006/main">
            <a:off x="609600" y="56197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52A43"/>
                </a:solidFill>
                <a:latin typeface="Arial"/>
                <a:ea typeface="Arial"/>
                <a:cs typeface="Arial"/>
              </a:defRPr>
            </a:defPPr>
            <a:lvl1pPr>
              <a:defRPr sz="1950" b="1">
                <a:solidFill>
                  <a:srgbClr val="152A43"/>
                </a:solidFill>
                <a:latin typeface="Arial"/>
                <a:ea typeface="Arial"/>
                <a:cs typeface="Arial"/>
              </a:defRPr>
            </a:lvl1pPr>
            <a:lvl2pPr>
              <a:defRPr sz="1950" b="1">
                <a:solidFill>
                  <a:srgbClr val="152A43"/>
                </a:solidFill>
                <a:latin typeface="Arial"/>
                <a:ea typeface="Arial"/>
                <a:cs typeface="Arial"/>
              </a:defRPr>
            </a:lvl2pPr>
            <a:lvl3pPr>
              <a:defRPr sz="1950" b="1">
                <a:solidFill>
                  <a:srgbClr val="152A43"/>
                </a:solidFill>
                <a:latin typeface="Arial"/>
                <a:ea typeface="Arial"/>
                <a:cs typeface="Arial"/>
              </a:defRPr>
            </a:lvl3pPr>
            <a:lvl4pPr>
              <a:defRPr sz="1950" b="1">
                <a:solidFill>
                  <a:srgbClr val="152A43"/>
                </a:solidFill>
                <a:latin typeface="Arial"/>
                <a:ea typeface="Arial"/>
                <a:cs typeface="Arial"/>
              </a:defRPr>
            </a:lvl4pPr>
            <a:lvl5pPr>
              <a:defRPr sz="1950" b="1">
                <a:solidFill>
                  <a:srgbClr val="152A43"/>
                </a:solidFill>
                <a:latin typeface="Arial"/>
                <a:ea typeface="Arial"/>
                <a:cs typeface="Arial"/>
              </a:defRPr>
            </a:lvl5pPr>
            <a:lvl6pPr>
              <a:defRPr sz="1950" b="1">
                <a:solidFill>
                  <a:srgbClr val="152A43"/>
                </a:solidFill>
                <a:latin typeface="Arial"/>
                <a:ea typeface="Arial"/>
                <a:cs typeface="Arial"/>
              </a:defRPr>
            </a:lvl6pPr>
            <a:lvl7pPr>
              <a:defRPr sz="1950" b="1">
                <a:solidFill>
                  <a:srgbClr val="152A43"/>
                </a:solidFill>
                <a:latin typeface="Arial"/>
                <a:ea typeface="Arial"/>
                <a:cs typeface="Arial"/>
              </a:defRPr>
            </a:lvl7pPr>
            <a:lvl8pPr>
              <a:defRPr sz="1950" b="1">
                <a:solidFill>
                  <a:srgbClr val="152A43"/>
                </a:solidFill>
                <a:latin typeface="Arial"/>
                <a:ea typeface="Arial"/>
                <a:cs typeface="Arial"/>
              </a:defRPr>
            </a:lvl8pPr>
            <a:lvl9pPr>
              <a:defRPr sz="1950" b="1">
                <a:solidFill>
                  <a:srgbClr val="152A43"/>
                </a:solidFill>
                <a:latin typeface="Arial"/>
                <a:ea typeface="Arial"/>
                <a:cs typeface="Arial"/>
              </a:defRPr>
            </a:lvl9pPr>
          </a:lstStyle>
          <a:p xmlns:a="http://schemas.openxmlformats.org/drawingml/2006/main">
            <a:pPr>
              <a:defRPr sz="1950" b="1">
                <a:solidFill>
                  <a:srgbClr val="152A43"/>
                </a:solidFill>
                <a:latin typeface="Arial"/>
                <a:ea typeface="Arial"/>
                <a:cs typeface="Arial"/>
              </a:defRPr>
            </a:pPr>
            <a:r>
              <a:rPr sz="1950" b="1">
                <a:solidFill>
                  <a:srgbClr val="152A43"/>
                </a:solidFill>
                <a:latin typeface="Arial"/>
                <a:ea typeface="Arial"/>
                <a:cs typeface="Arial"/>
              </a:rPr>
              <a:t>Mg-Sn-Sr workflow validation</a:t>
            </a:r>
          </a:p>
        </p:txBody>
      </p:sp>
      <p:sp>
        <p:nvSpPr>
          <p:cNvPr id="4" name="">
            <a:extLst xmlns:a="http://schemas.openxmlformats.org/drawingml/2006/main">
              <a:ext uri="{FF2B5EF4-FFF2-40B4-BE49-F238E27FC236}">
                <a16:creationId xmlns:a16="http://schemas.microsoft.com/office/drawing/2014/main" id="{0F8CB7BC-C187-43A0-8890-1F47FD8465FE}"/>
              </a:ext>
            </a:extLst>
          </p:cNvPr>
          <p:cNvSpPr>
            <a:spLocks xmlns:a="http://schemas.openxmlformats.org/drawingml/2006/main" noGrp="1"/>
          </p:cNvSpPr>
          <p:nvPr/>
        </p:nvSpPr>
        <p:spPr>
          <a:xfrm xmlns:a="http://schemas.openxmlformats.org/drawingml/2006/main">
            <a:off x="609600" y="6067425"/>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A43"/>
                </a:solidFill>
                <a:latin typeface="Arial"/>
                <a:ea typeface="Arial"/>
                <a:cs typeface="Arial"/>
              </a:defRPr>
            </a:defPPr>
            <a:lvl1pPr>
              <a:defRPr sz="1725" b="0">
                <a:solidFill>
                  <a:srgbClr val="152A43"/>
                </a:solidFill>
                <a:latin typeface="Arial"/>
                <a:ea typeface="Arial"/>
                <a:cs typeface="Arial"/>
              </a:defRPr>
            </a:lvl1pPr>
            <a:lvl2pPr>
              <a:defRPr sz="1725" b="0">
                <a:solidFill>
                  <a:srgbClr val="152A43"/>
                </a:solidFill>
                <a:latin typeface="Arial"/>
                <a:ea typeface="Arial"/>
                <a:cs typeface="Arial"/>
              </a:defRPr>
            </a:lvl2pPr>
            <a:lvl3pPr>
              <a:defRPr sz="1725" b="0">
                <a:solidFill>
                  <a:srgbClr val="152A43"/>
                </a:solidFill>
                <a:latin typeface="Arial"/>
                <a:ea typeface="Arial"/>
                <a:cs typeface="Arial"/>
              </a:defRPr>
            </a:lvl3pPr>
            <a:lvl4pPr>
              <a:defRPr sz="1725" b="0">
                <a:solidFill>
                  <a:srgbClr val="152A43"/>
                </a:solidFill>
                <a:latin typeface="Arial"/>
                <a:ea typeface="Arial"/>
                <a:cs typeface="Arial"/>
              </a:defRPr>
            </a:lvl4pPr>
            <a:lvl5pPr>
              <a:defRPr sz="1725" b="0">
                <a:solidFill>
                  <a:srgbClr val="152A43"/>
                </a:solidFill>
                <a:latin typeface="Arial"/>
                <a:ea typeface="Arial"/>
                <a:cs typeface="Arial"/>
              </a:defRPr>
            </a:lvl5pPr>
            <a:lvl6pPr>
              <a:defRPr sz="1725" b="0">
                <a:solidFill>
                  <a:srgbClr val="152A43"/>
                </a:solidFill>
                <a:latin typeface="Arial"/>
                <a:ea typeface="Arial"/>
                <a:cs typeface="Arial"/>
              </a:defRPr>
            </a:lvl6pPr>
            <a:lvl7pPr>
              <a:defRPr sz="1725" b="0">
                <a:solidFill>
                  <a:srgbClr val="152A43"/>
                </a:solidFill>
                <a:latin typeface="Arial"/>
                <a:ea typeface="Arial"/>
                <a:cs typeface="Arial"/>
              </a:defRPr>
            </a:lvl7pPr>
            <a:lvl8pPr>
              <a:defRPr sz="1725" b="0">
                <a:solidFill>
                  <a:srgbClr val="152A43"/>
                </a:solidFill>
                <a:latin typeface="Arial"/>
                <a:ea typeface="Arial"/>
                <a:cs typeface="Arial"/>
              </a:defRPr>
            </a:lvl8pPr>
            <a:lvl9pPr>
              <a:defRPr sz="1725" b="0">
                <a:solidFill>
                  <a:srgbClr val="152A43"/>
                </a:solidFill>
                <a:latin typeface="Arial"/>
                <a:ea typeface="Arial"/>
                <a:cs typeface="Arial"/>
              </a:defRPr>
            </a:lvl9pPr>
          </a:lstStyle>
          <a:p xmlns:a="http://schemas.openxmlformats.org/drawingml/2006/main">
            <a:pPr>
              <a:defRPr sz="1725" b="0">
                <a:solidFill>
                  <a:srgbClr val="152A43"/>
                </a:solidFill>
                <a:latin typeface="Arial"/>
                <a:ea typeface="Arial"/>
                <a:cs typeface="Arial"/>
              </a:defRPr>
            </a:pPr>
            <a:r>
              <a:rPr sz="1725" b="0">
                <a:solidFill>
                  <a:srgbClr val="152A43"/>
                </a:solidFill>
                <a:latin typeface="Arial"/>
                <a:ea typeface="Arial"/>
                <a:cs typeface="Arial"/>
              </a:rPr>
              <a:t>CPU ORB, seed 17, 20 campaign queries</a:t>
            </a:r>
          </a:p>
          <a:p xmlns:a="http://schemas.openxmlformats.org/drawingml/2006/main">
            <a:pPr>
              <a:defRPr sz="1725" b="0">
                <a:solidFill>
                  <a:srgbClr val="152A43"/>
                </a:solidFill>
                <a:latin typeface="Arial"/>
                <a:ea typeface="Arial"/>
                <a:cs typeface="Arial"/>
              </a:defRPr>
            </a:pPr>
            <a:r>
              <a:rPr sz="1725" b="0">
                <a:solidFill>
                  <a:srgbClr val="152A43"/>
                </a:solidFill>
                <a:latin typeface="Arial"/>
                <a:ea typeface="Arial"/>
                <a:cs typeface="Arial"/>
              </a:rPr>
              <a:t>157.193 seconds, including first-run setup</a:t>
            </a:r>
          </a:p>
        </p:txBody>
      </p:sp>
      <p:sp>
        <p:nvSpPr>
          <p:cNvPr id="5" name="">
            <a:extLst xmlns:a="http://schemas.openxmlformats.org/drawingml/2006/main">
              <a:ext uri="{FF2B5EF4-FFF2-40B4-BE49-F238E27FC236}">
                <a16:creationId xmlns:a16="http://schemas.microsoft.com/office/drawing/2014/main" id="{B1DD9CE8-A540-47DF-9A61-0E611F19EB0F}"/>
              </a:ext>
            </a:extLst>
          </p:cNvPr>
          <p:cNvSpPr>
            <a:spLocks xmlns:a="http://schemas.openxmlformats.org/drawingml/2006/main" noGrp="1"/>
          </p:cNvSpPr>
          <p:nvPr/>
        </p:nvSpPr>
        <p:spPr>
          <a:xfrm xmlns:a="http://schemas.openxmlformats.org/drawingml/2006/main">
            <a:off x="6477000" y="1476375"/>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2A43"/>
                </a:solidFill>
                <a:latin typeface="Arial"/>
                <a:ea typeface="Arial"/>
                <a:cs typeface="Arial"/>
              </a:defRPr>
            </a:defPPr>
            <a:lvl1pPr>
              <a:defRPr sz="2325" b="1">
                <a:solidFill>
                  <a:srgbClr val="152A43"/>
                </a:solidFill>
                <a:latin typeface="Arial"/>
                <a:ea typeface="Arial"/>
                <a:cs typeface="Arial"/>
              </a:defRPr>
            </a:lvl1pPr>
            <a:lvl2pPr>
              <a:defRPr sz="2325" b="1">
                <a:solidFill>
                  <a:srgbClr val="152A43"/>
                </a:solidFill>
                <a:latin typeface="Arial"/>
                <a:ea typeface="Arial"/>
                <a:cs typeface="Arial"/>
              </a:defRPr>
            </a:lvl2pPr>
            <a:lvl3pPr>
              <a:defRPr sz="2325" b="1">
                <a:solidFill>
                  <a:srgbClr val="152A43"/>
                </a:solidFill>
                <a:latin typeface="Arial"/>
                <a:ea typeface="Arial"/>
                <a:cs typeface="Arial"/>
              </a:defRPr>
            </a:lvl3pPr>
            <a:lvl4pPr>
              <a:defRPr sz="2325" b="1">
                <a:solidFill>
                  <a:srgbClr val="152A43"/>
                </a:solidFill>
                <a:latin typeface="Arial"/>
                <a:ea typeface="Arial"/>
                <a:cs typeface="Arial"/>
              </a:defRPr>
            </a:lvl4pPr>
            <a:lvl5pPr>
              <a:defRPr sz="2325" b="1">
                <a:solidFill>
                  <a:srgbClr val="152A43"/>
                </a:solidFill>
                <a:latin typeface="Arial"/>
                <a:ea typeface="Arial"/>
                <a:cs typeface="Arial"/>
              </a:defRPr>
            </a:lvl5pPr>
            <a:lvl6pPr>
              <a:defRPr sz="2325" b="1">
                <a:solidFill>
                  <a:srgbClr val="152A43"/>
                </a:solidFill>
                <a:latin typeface="Arial"/>
                <a:ea typeface="Arial"/>
                <a:cs typeface="Arial"/>
              </a:defRPr>
            </a:lvl6pPr>
            <a:lvl7pPr>
              <a:defRPr sz="2325" b="1">
                <a:solidFill>
                  <a:srgbClr val="152A43"/>
                </a:solidFill>
                <a:latin typeface="Arial"/>
                <a:ea typeface="Arial"/>
                <a:cs typeface="Arial"/>
              </a:defRPr>
            </a:lvl7pPr>
            <a:lvl8pPr>
              <a:defRPr sz="2325" b="1">
                <a:solidFill>
                  <a:srgbClr val="152A43"/>
                </a:solidFill>
                <a:latin typeface="Arial"/>
                <a:ea typeface="Arial"/>
                <a:cs typeface="Arial"/>
              </a:defRPr>
            </a:lvl8pPr>
            <a:lvl9pPr>
              <a:defRPr sz="2325" b="1">
                <a:solidFill>
                  <a:srgbClr val="152A43"/>
                </a:solidFill>
                <a:latin typeface="Arial"/>
                <a:ea typeface="Arial"/>
                <a:cs typeface="Arial"/>
              </a:defRPr>
            </a:lvl9pPr>
          </a:lstStyle>
          <a:p xmlns:a="http://schemas.openxmlformats.org/drawingml/2006/main">
            <a:pPr>
              <a:defRPr sz="2325" b="1">
                <a:solidFill>
                  <a:srgbClr val="152A43"/>
                </a:solidFill>
                <a:latin typeface="Arial"/>
                <a:ea typeface="Arial"/>
                <a:cs typeface="Arial"/>
              </a:defRPr>
            </a:pPr>
            <a:r>
              <a:rPr sz="2325" b="1">
                <a:solidFill>
                  <a:srgbClr val="152A43"/>
                </a:solidFill>
                <a:latin typeface="Arial"/>
                <a:ea typeface="Arial"/>
                <a:cs typeface="Arial"/>
              </a:rPr>
              <a:t>Completed</a:t>
            </a:r>
          </a:p>
        </p:txBody>
      </p:sp>
      <p:sp>
        <p:nvSpPr>
          <p:cNvPr id="6" name="">
            <a:extLst xmlns:a="http://schemas.openxmlformats.org/drawingml/2006/main">
              <a:ext uri="{FF2B5EF4-FFF2-40B4-BE49-F238E27FC236}">
                <a16:creationId xmlns:a16="http://schemas.microsoft.com/office/drawing/2014/main" id="{DFA3A249-D3F0-4061-984C-C28D0D5C82CD}"/>
              </a:ext>
            </a:extLst>
          </p:cNvPr>
          <p:cNvSpPr>
            <a:spLocks xmlns:a="http://schemas.openxmlformats.org/drawingml/2006/main" noGrp="1"/>
          </p:cNvSpPr>
          <p:nvPr/>
        </p:nvSpPr>
        <p:spPr>
          <a:xfrm xmlns:a="http://schemas.openxmlformats.org/drawingml/2006/main">
            <a:off x="6477000" y="2038350"/>
            <a:ext cx="5105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2A43"/>
                </a:solidFill>
                <a:latin typeface="Arial"/>
                <a:ea typeface="Arial"/>
                <a:cs typeface="Arial"/>
              </a:defRPr>
            </a:defPPr>
            <a:lvl1pPr>
              <a:defRPr sz="2025" b="0">
                <a:solidFill>
                  <a:srgbClr val="152A43"/>
                </a:solidFill>
                <a:latin typeface="Arial"/>
                <a:ea typeface="Arial"/>
                <a:cs typeface="Arial"/>
              </a:defRPr>
            </a:lvl1pPr>
            <a:lvl2pPr>
              <a:defRPr sz="2025" b="0">
                <a:solidFill>
                  <a:srgbClr val="152A43"/>
                </a:solidFill>
                <a:latin typeface="Arial"/>
                <a:ea typeface="Arial"/>
                <a:cs typeface="Arial"/>
              </a:defRPr>
            </a:lvl2pPr>
            <a:lvl3pPr>
              <a:defRPr sz="2025" b="0">
                <a:solidFill>
                  <a:srgbClr val="152A43"/>
                </a:solidFill>
                <a:latin typeface="Arial"/>
                <a:ea typeface="Arial"/>
                <a:cs typeface="Arial"/>
              </a:defRPr>
            </a:lvl3pPr>
            <a:lvl4pPr>
              <a:defRPr sz="2025" b="0">
                <a:solidFill>
                  <a:srgbClr val="152A43"/>
                </a:solidFill>
                <a:latin typeface="Arial"/>
                <a:ea typeface="Arial"/>
                <a:cs typeface="Arial"/>
              </a:defRPr>
            </a:lvl4pPr>
            <a:lvl5pPr>
              <a:defRPr sz="2025" b="0">
                <a:solidFill>
                  <a:srgbClr val="152A43"/>
                </a:solidFill>
                <a:latin typeface="Arial"/>
                <a:ea typeface="Arial"/>
                <a:cs typeface="Arial"/>
              </a:defRPr>
            </a:lvl5pPr>
            <a:lvl6pPr>
              <a:defRPr sz="2025" b="0">
                <a:solidFill>
                  <a:srgbClr val="152A43"/>
                </a:solidFill>
                <a:latin typeface="Arial"/>
                <a:ea typeface="Arial"/>
                <a:cs typeface="Arial"/>
              </a:defRPr>
            </a:lvl6pPr>
            <a:lvl7pPr>
              <a:defRPr sz="2025" b="0">
                <a:solidFill>
                  <a:srgbClr val="152A43"/>
                </a:solidFill>
                <a:latin typeface="Arial"/>
                <a:ea typeface="Arial"/>
                <a:cs typeface="Arial"/>
              </a:defRPr>
            </a:lvl7pPr>
            <a:lvl8pPr>
              <a:defRPr sz="2025" b="0">
                <a:solidFill>
                  <a:srgbClr val="152A43"/>
                </a:solidFill>
                <a:latin typeface="Arial"/>
                <a:ea typeface="Arial"/>
                <a:cs typeface="Arial"/>
              </a:defRPr>
            </a:lvl8pPr>
            <a:lvl9pPr>
              <a:defRPr sz="2025" b="0">
                <a:solidFill>
                  <a:srgbClr val="152A43"/>
                </a:solidFill>
                <a:latin typeface="Arial"/>
                <a:ea typeface="Arial"/>
                <a:cs typeface="Arial"/>
              </a:defRPr>
            </a:lvl9pPr>
          </a:lstStyle>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All 20 evaluations exported</a:t>
            </a:r>
          </a:p>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Final observation retained</a:t>
            </a:r>
          </a:p>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20 campaign queries exclude</a:t>
            </a:r>
          </a:p>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additional initialization evaluations</a:t>
            </a:r>
          </a:p>
        </p:txBody>
      </p:sp>
      <p:sp>
        <p:nvSpPr>
          <p:cNvPr id="7" name="">
            <a:extLst xmlns:a="http://schemas.openxmlformats.org/drawingml/2006/main">
              <a:ext uri="{FF2B5EF4-FFF2-40B4-BE49-F238E27FC236}">
                <a16:creationId xmlns:a16="http://schemas.microsoft.com/office/drawing/2014/main" id="{81735D51-3855-49B1-9208-E2FCB1E23592}"/>
              </a:ext>
            </a:extLst>
          </p:cNvPr>
          <p:cNvSpPr>
            <a:spLocks xmlns:a="http://schemas.openxmlformats.org/drawingml/2006/main" noGrp="1"/>
          </p:cNvSpPr>
          <p:nvPr/>
        </p:nvSpPr>
        <p:spPr>
          <a:xfrm xmlns:a="http://schemas.openxmlformats.org/drawingml/2006/main">
            <a:off x="6477000" y="3886200"/>
            <a:ext cx="510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defRPr sz="2250" b="1">
                <a:solidFill>
                  <a:srgbClr val="152A43"/>
                </a:solidFill>
                <a:latin typeface="Arial"/>
                <a:ea typeface="Arial"/>
                <a:cs typeface="Arial"/>
              </a:defRPr>
            </a:lvl1pPr>
            <a:lvl2pPr>
              <a:defRPr sz="2250" b="1">
                <a:solidFill>
                  <a:srgbClr val="152A43"/>
                </a:solidFill>
                <a:latin typeface="Arial"/>
                <a:ea typeface="Arial"/>
                <a:cs typeface="Arial"/>
              </a:defRPr>
            </a:lvl2pPr>
            <a:lvl3pPr>
              <a:defRPr sz="2250" b="1">
                <a:solidFill>
                  <a:srgbClr val="152A43"/>
                </a:solidFill>
                <a:latin typeface="Arial"/>
                <a:ea typeface="Arial"/>
                <a:cs typeface="Arial"/>
              </a:defRPr>
            </a:lvl3pPr>
            <a:lvl4pPr>
              <a:defRPr sz="2250" b="1">
                <a:solidFill>
                  <a:srgbClr val="152A43"/>
                </a:solidFill>
                <a:latin typeface="Arial"/>
                <a:ea typeface="Arial"/>
                <a:cs typeface="Arial"/>
              </a:defRPr>
            </a:lvl4pPr>
            <a:lvl5pPr>
              <a:defRPr sz="2250" b="1">
                <a:solidFill>
                  <a:srgbClr val="152A43"/>
                </a:solidFill>
                <a:latin typeface="Arial"/>
                <a:ea typeface="Arial"/>
                <a:cs typeface="Arial"/>
              </a:defRPr>
            </a:lvl5pPr>
            <a:lvl6pPr>
              <a:defRPr sz="2250" b="1">
                <a:solidFill>
                  <a:srgbClr val="152A43"/>
                </a:solidFill>
                <a:latin typeface="Arial"/>
                <a:ea typeface="Arial"/>
                <a:cs typeface="Arial"/>
              </a:defRPr>
            </a:lvl6pPr>
            <a:lvl7pPr>
              <a:defRPr sz="2250" b="1">
                <a:solidFill>
                  <a:srgbClr val="152A43"/>
                </a:solidFill>
                <a:latin typeface="Arial"/>
                <a:ea typeface="Arial"/>
                <a:cs typeface="Arial"/>
              </a:defRPr>
            </a:lvl7pPr>
            <a:lvl8pPr>
              <a:defRPr sz="2250" b="1">
                <a:solidFill>
                  <a:srgbClr val="152A43"/>
                </a:solidFill>
                <a:latin typeface="Arial"/>
                <a:ea typeface="Arial"/>
                <a:cs typeface="Arial"/>
              </a:defRPr>
            </a:lvl8pPr>
            <a:lvl9pPr>
              <a:defRPr sz="2250" b="1">
                <a:solidFill>
                  <a:srgbClr val="152A43"/>
                </a:solidFill>
                <a:latin typeface="Arial"/>
                <a:ea typeface="Arial"/>
                <a:cs typeface="Arial"/>
              </a:defRPr>
            </a:lvl9pPr>
          </a:lstStyle>
          <a:p xmlns:a="http://schemas.openxmlformats.org/drawingml/2006/main">
            <a:pPr>
              <a:defRPr sz="2250" b="1">
                <a:solidFill>
                  <a:srgbClr val="152A43"/>
                </a:solidFill>
                <a:latin typeface="Arial"/>
                <a:ea typeface="Arial"/>
                <a:cs typeface="Arial"/>
              </a:defRPr>
            </a:pPr>
            <a:r>
              <a:rPr sz="2250" b="1">
                <a:solidFill>
                  <a:srgbClr val="152A43"/>
                </a:solidFill>
                <a:latin typeface="Arial"/>
                <a:ea typeface="Arial"/>
                <a:cs typeface="Arial"/>
              </a:rPr>
              <a:t>Planned Memory ablation</a:t>
            </a:r>
          </a:p>
        </p:txBody>
      </p:sp>
      <p:sp>
        <p:nvSpPr>
          <p:cNvPr id="8" name="">
            <a:extLst xmlns:a="http://schemas.openxmlformats.org/drawingml/2006/main">
              <a:ext uri="{FF2B5EF4-FFF2-40B4-BE49-F238E27FC236}">
                <a16:creationId xmlns:a16="http://schemas.microsoft.com/office/drawing/2014/main" id="{B588CD48-CB06-41EB-9976-3AEF5B08A817}"/>
              </a:ext>
            </a:extLst>
          </p:cNvPr>
          <p:cNvSpPr>
            <a:spLocks xmlns:a="http://schemas.openxmlformats.org/drawingml/2006/main" noGrp="1"/>
          </p:cNvSpPr>
          <p:nvPr/>
        </p:nvSpPr>
        <p:spPr>
          <a:xfrm xmlns:a="http://schemas.openxmlformats.org/drawingml/2006/main">
            <a:off x="6477000" y="4457700"/>
            <a:ext cx="5105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2A43"/>
                </a:solidFill>
                <a:latin typeface="Arial"/>
                <a:ea typeface="Arial"/>
                <a:cs typeface="Arial"/>
              </a:defRPr>
            </a:defPPr>
            <a:lvl1pPr>
              <a:defRPr sz="2025" b="0">
                <a:solidFill>
                  <a:srgbClr val="152A43"/>
                </a:solidFill>
                <a:latin typeface="Arial"/>
                <a:ea typeface="Arial"/>
                <a:cs typeface="Arial"/>
              </a:defRPr>
            </a:lvl1pPr>
            <a:lvl2pPr>
              <a:defRPr sz="2025" b="0">
                <a:solidFill>
                  <a:srgbClr val="152A43"/>
                </a:solidFill>
                <a:latin typeface="Arial"/>
                <a:ea typeface="Arial"/>
                <a:cs typeface="Arial"/>
              </a:defRPr>
            </a:lvl2pPr>
            <a:lvl3pPr>
              <a:defRPr sz="2025" b="0">
                <a:solidFill>
                  <a:srgbClr val="152A43"/>
                </a:solidFill>
                <a:latin typeface="Arial"/>
                <a:ea typeface="Arial"/>
                <a:cs typeface="Arial"/>
              </a:defRPr>
            </a:lvl3pPr>
            <a:lvl4pPr>
              <a:defRPr sz="2025" b="0">
                <a:solidFill>
                  <a:srgbClr val="152A43"/>
                </a:solidFill>
                <a:latin typeface="Arial"/>
                <a:ea typeface="Arial"/>
                <a:cs typeface="Arial"/>
              </a:defRPr>
            </a:lvl4pPr>
            <a:lvl5pPr>
              <a:defRPr sz="2025" b="0">
                <a:solidFill>
                  <a:srgbClr val="152A43"/>
                </a:solidFill>
                <a:latin typeface="Arial"/>
                <a:ea typeface="Arial"/>
                <a:cs typeface="Arial"/>
              </a:defRPr>
            </a:lvl5pPr>
            <a:lvl6pPr>
              <a:defRPr sz="2025" b="0">
                <a:solidFill>
                  <a:srgbClr val="152A43"/>
                </a:solidFill>
                <a:latin typeface="Arial"/>
                <a:ea typeface="Arial"/>
                <a:cs typeface="Arial"/>
              </a:defRPr>
            </a:lvl6pPr>
            <a:lvl7pPr>
              <a:defRPr sz="2025" b="0">
                <a:solidFill>
                  <a:srgbClr val="152A43"/>
                </a:solidFill>
                <a:latin typeface="Arial"/>
                <a:ea typeface="Arial"/>
                <a:cs typeface="Arial"/>
              </a:defRPr>
            </a:lvl7pPr>
            <a:lvl8pPr>
              <a:defRPr sz="2025" b="0">
                <a:solidFill>
                  <a:srgbClr val="152A43"/>
                </a:solidFill>
                <a:latin typeface="Arial"/>
                <a:ea typeface="Arial"/>
                <a:cs typeface="Arial"/>
              </a:defRPr>
            </a:lvl8pPr>
            <a:lvl9pPr>
              <a:defRPr sz="2025" b="0">
                <a:solidFill>
                  <a:srgbClr val="152A43"/>
                </a:solidFill>
                <a:latin typeface="Arial"/>
                <a:ea typeface="Arial"/>
                <a:cs typeface="Arial"/>
              </a:defRPr>
            </a:lvl9pPr>
          </a:lstStyle>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Matched systems, oracle, budget and seeds</a:t>
            </a:r>
          </a:p>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Official mSUN@B, AUDC, AF/EF and cost</a:t>
            </a:r>
          </a:p>
          <a:p xmlns:a="http://schemas.openxmlformats.org/drawingml/2006/main">
            <a:pPr>
              <a:defRPr sz="2025" b="0">
                <a:solidFill>
                  <a:srgbClr val="152A43"/>
                </a:solidFill>
                <a:latin typeface="Arial"/>
                <a:ea typeface="Arial"/>
                <a:cs typeface="Arial"/>
              </a:defRPr>
            </a:pPr>
            <a:r>
              <a:rPr sz="2025" b="0">
                <a:solidFill>
                  <a:srgbClr val="152A43"/>
                </a:solidFill>
                <a:latin typeface="Arial"/>
                <a:ea typeface="Arial"/>
                <a:cs typeface="Arial"/>
              </a:rPr>
              <a:t>Two or three traceable discovery cases</a:t>
            </a:r>
          </a:p>
        </p:txBody>
      </p:sp>
      <p:sp>
        <p:nvSpPr>
          <p:cNvPr id="9" name="">
            <a:extLst xmlns:a="http://schemas.openxmlformats.org/drawingml/2006/main">
              <a:ext uri="{FF2B5EF4-FFF2-40B4-BE49-F238E27FC236}">
                <a16:creationId xmlns:a16="http://schemas.microsoft.com/office/drawing/2014/main" id="{A98D30F2-BADD-4938-8E4F-F0796B91EF85}"/>
              </a:ext>
            </a:extLst>
          </p:cNvPr>
          <p:cNvSpPr>
            <a:spLocks xmlns:a="http://schemas.openxmlformats.org/drawingml/2006/main" noGrp="1"/>
          </p:cNvSpPr>
          <p:nvPr/>
        </p:nvSpPr>
        <p:spPr>
          <a:xfrm xmlns:a="http://schemas.openxmlformats.org/drawingml/2006/main">
            <a:off x="6477000" y="6067425"/>
            <a:ext cx="5105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C4614"/>
                </a:solidFill>
                <a:latin typeface="Arial"/>
                <a:ea typeface="Arial"/>
                <a:cs typeface="Arial"/>
              </a:defRPr>
            </a:defPPr>
            <a:lvl1pPr>
              <a:defRPr sz="1875" b="1">
                <a:solidFill>
                  <a:srgbClr val="7C4614"/>
                </a:solidFill>
                <a:latin typeface="Arial"/>
                <a:ea typeface="Arial"/>
                <a:cs typeface="Arial"/>
              </a:defRPr>
            </a:lvl1pPr>
            <a:lvl2pPr>
              <a:defRPr sz="1875" b="1">
                <a:solidFill>
                  <a:srgbClr val="7C4614"/>
                </a:solidFill>
                <a:latin typeface="Arial"/>
                <a:ea typeface="Arial"/>
                <a:cs typeface="Arial"/>
              </a:defRPr>
            </a:lvl2pPr>
            <a:lvl3pPr>
              <a:defRPr sz="1875" b="1">
                <a:solidFill>
                  <a:srgbClr val="7C4614"/>
                </a:solidFill>
                <a:latin typeface="Arial"/>
                <a:ea typeface="Arial"/>
                <a:cs typeface="Arial"/>
              </a:defRPr>
            </a:lvl3pPr>
            <a:lvl4pPr>
              <a:defRPr sz="1875" b="1">
                <a:solidFill>
                  <a:srgbClr val="7C4614"/>
                </a:solidFill>
                <a:latin typeface="Arial"/>
                <a:ea typeface="Arial"/>
                <a:cs typeface="Arial"/>
              </a:defRPr>
            </a:lvl4pPr>
            <a:lvl5pPr>
              <a:defRPr sz="1875" b="1">
                <a:solidFill>
                  <a:srgbClr val="7C4614"/>
                </a:solidFill>
                <a:latin typeface="Arial"/>
                <a:ea typeface="Arial"/>
                <a:cs typeface="Arial"/>
              </a:defRPr>
            </a:lvl5pPr>
            <a:lvl6pPr>
              <a:defRPr sz="1875" b="1">
                <a:solidFill>
                  <a:srgbClr val="7C4614"/>
                </a:solidFill>
                <a:latin typeface="Arial"/>
                <a:ea typeface="Arial"/>
                <a:cs typeface="Arial"/>
              </a:defRPr>
            </a:lvl6pPr>
            <a:lvl7pPr>
              <a:defRPr sz="1875" b="1">
                <a:solidFill>
                  <a:srgbClr val="7C4614"/>
                </a:solidFill>
                <a:latin typeface="Arial"/>
                <a:ea typeface="Arial"/>
                <a:cs typeface="Arial"/>
              </a:defRPr>
            </a:lvl7pPr>
            <a:lvl8pPr>
              <a:defRPr sz="1875" b="1">
                <a:solidFill>
                  <a:srgbClr val="7C4614"/>
                </a:solidFill>
                <a:latin typeface="Arial"/>
                <a:ea typeface="Arial"/>
                <a:cs typeface="Arial"/>
              </a:defRPr>
            </a:lvl8pPr>
            <a:lvl9pPr>
              <a:defRPr sz="1875" b="1">
                <a:solidFill>
                  <a:srgbClr val="7C4614"/>
                </a:solidFill>
                <a:latin typeface="Arial"/>
                <a:ea typeface="Arial"/>
                <a:cs typeface="Arial"/>
              </a:defRPr>
            </a:lvl9pPr>
          </a:lstStyle>
          <a:p xmlns:a="http://schemas.openxmlformats.org/drawingml/2006/main">
            <a:pPr>
              <a:defRPr sz="1875" b="1">
                <a:solidFill>
                  <a:srgbClr val="7C4614"/>
                </a:solidFill>
                <a:latin typeface="Arial"/>
                <a:ea typeface="Arial"/>
                <a:cs typeface="Arial"/>
              </a:defRPr>
            </a:pPr>
            <a:r>
              <a:rPr sz="1875" b="1">
                <a:solidFill>
                  <a:srgbClr val="7C4614"/>
                </a:solidFill>
                <a:latin typeface="Arial"/>
                <a:ea typeface="Arial"/>
                <a:cs typeface="Arial"/>
              </a:rPr>
              <a:t>Memory effect has not yet been measured.</a:t>
            </a:r>
          </a:p>
        </p:txBody>
      </p:sp>
    </p:spTree>
    <p:extLst>
      <p:ext uri="{BB962C8B-B14F-4D97-AF65-F5344CB8AC3E}">
        <p14:creationId xmlns:p14="http://schemas.microsoft.com/office/powerpoint/2010/main" val="936515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2026-10-19T07:06:19.3980000Z</dcterms:created>
  <dcterms:modified xsi:type="dcterms:W3CDTF">2026-10-19T07:06:19.3980000Z</dcterms:modified>
</coreProperties>
</file>